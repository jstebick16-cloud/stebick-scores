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1"/>
    <p:restoredTop sz="94694"/>
  </p:normalViewPr>
  <p:slideViewPr>
    <p:cSldViewPr snapToGrid="0">
      <p:cViewPr varScale="1">
        <p:scale>
          <a:sx n="121" d="100"/>
          <a:sy n="121" d="100"/>
        </p:scale>
        <p:origin x="8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630468-F4F7-47DD-9489-AD9DB5AC1EA9}" type="doc">
      <dgm:prSet loTypeId="urn:microsoft.com/office/officeart/2005/8/layout/vList2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US"/>
        </a:p>
      </dgm:t>
    </dgm:pt>
    <dgm:pt modelId="{4A5AD548-3CAE-441C-8DE4-0CB8DA391039}">
      <dgm:prSet/>
      <dgm:spPr/>
      <dgm:t>
        <a:bodyPr/>
        <a:lstStyle/>
        <a:p>
          <a:r>
            <a:rPr lang="en-US"/>
            <a:t>1 in 9.2 Quintillion</a:t>
          </a:r>
        </a:p>
      </dgm:t>
    </dgm:pt>
    <dgm:pt modelId="{23F64621-E1F5-4DB0-AA5A-C1C38DC87B72}" type="parTrans" cxnId="{462EEEF1-34A2-4D0D-AF86-260EBC26AF6D}">
      <dgm:prSet/>
      <dgm:spPr/>
      <dgm:t>
        <a:bodyPr/>
        <a:lstStyle/>
        <a:p>
          <a:endParaRPr lang="en-US"/>
        </a:p>
      </dgm:t>
    </dgm:pt>
    <dgm:pt modelId="{EF0B81AA-8562-4EBA-A195-D52E14CBF02A}" type="sibTrans" cxnId="{462EEEF1-34A2-4D0D-AF86-260EBC26AF6D}">
      <dgm:prSet/>
      <dgm:spPr/>
      <dgm:t>
        <a:bodyPr/>
        <a:lstStyle/>
        <a:p>
          <a:endParaRPr lang="en-US"/>
        </a:p>
      </dgm:t>
    </dgm:pt>
    <dgm:pt modelId="{AC3E7E87-AB92-4453-9286-6CF387A48F0F}">
      <dgm:prSet/>
      <dgm:spPr/>
      <dgm:t>
        <a:bodyPr/>
        <a:lstStyle/>
        <a:p>
          <a:r>
            <a:rPr lang="en-US" dirty="0"/>
            <a:t>Impact on Statistics</a:t>
          </a:r>
        </a:p>
      </dgm:t>
    </dgm:pt>
    <dgm:pt modelId="{DFC20E91-7B41-42D3-8A79-C161A0DC0F8C}" type="parTrans" cxnId="{582F85A4-A742-4234-997B-89DAB83944D9}">
      <dgm:prSet/>
      <dgm:spPr/>
      <dgm:t>
        <a:bodyPr/>
        <a:lstStyle/>
        <a:p>
          <a:endParaRPr lang="en-US"/>
        </a:p>
      </dgm:t>
    </dgm:pt>
    <dgm:pt modelId="{E4AE47A9-74BA-4878-8F42-0F07C3CDD597}" type="sibTrans" cxnId="{582F85A4-A742-4234-997B-89DAB83944D9}">
      <dgm:prSet/>
      <dgm:spPr/>
      <dgm:t>
        <a:bodyPr/>
        <a:lstStyle/>
        <a:p>
          <a:endParaRPr lang="en-US"/>
        </a:p>
      </dgm:t>
    </dgm:pt>
    <dgm:pt modelId="{08D08B52-CDD2-4BB5-B51B-71F5C7FFB415}">
      <dgm:prSet/>
      <dgm:spPr/>
      <dgm:t>
        <a:bodyPr/>
        <a:lstStyle/>
        <a:p>
          <a:r>
            <a:rPr lang="en-US"/>
            <a:t>Timing of March Madness</a:t>
          </a:r>
        </a:p>
      </dgm:t>
    </dgm:pt>
    <dgm:pt modelId="{D0D3893D-78DA-4072-9B5E-A18304CE5F18}" type="parTrans" cxnId="{15EBFE27-836E-4307-BA22-ACFBA66E76D5}">
      <dgm:prSet/>
      <dgm:spPr/>
      <dgm:t>
        <a:bodyPr/>
        <a:lstStyle/>
        <a:p>
          <a:endParaRPr lang="en-US"/>
        </a:p>
      </dgm:t>
    </dgm:pt>
    <dgm:pt modelId="{BADAD074-FE6F-4175-AB87-9452D6AE1E69}" type="sibTrans" cxnId="{15EBFE27-836E-4307-BA22-ACFBA66E76D5}">
      <dgm:prSet/>
      <dgm:spPr/>
      <dgm:t>
        <a:bodyPr/>
        <a:lstStyle/>
        <a:p>
          <a:endParaRPr lang="en-US"/>
        </a:p>
      </dgm:t>
    </dgm:pt>
    <dgm:pt modelId="{E67C6542-443C-A043-940F-5BC9F939F965}" type="pres">
      <dgm:prSet presAssocID="{7F630468-F4F7-47DD-9489-AD9DB5AC1EA9}" presName="linear" presStyleCnt="0">
        <dgm:presLayoutVars>
          <dgm:animLvl val="lvl"/>
          <dgm:resizeHandles val="exact"/>
        </dgm:presLayoutVars>
      </dgm:prSet>
      <dgm:spPr/>
    </dgm:pt>
    <dgm:pt modelId="{2F585BCF-181B-5D41-A52B-DF26F1361BF9}" type="pres">
      <dgm:prSet presAssocID="{4A5AD548-3CAE-441C-8DE4-0CB8DA39103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BC2B00C-4A65-934B-A7BB-B9CED778D991}" type="pres">
      <dgm:prSet presAssocID="{4A5AD548-3CAE-441C-8DE4-0CB8DA391039}" presName="childText" presStyleLbl="revTx" presStyleIdx="0" presStyleCnt="1">
        <dgm:presLayoutVars>
          <dgm:bulletEnabled val="1"/>
        </dgm:presLayoutVars>
      </dgm:prSet>
      <dgm:spPr/>
    </dgm:pt>
    <dgm:pt modelId="{3677BA96-7487-9348-ACC6-705072D2DF16}" type="pres">
      <dgm:prSet presAssocID="{08D08B52-CDD2-4BB5-B51B-71F5C7FFB41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73F00D09-97A0-D145-B46D-EF8D251C2C9A}" type="presOf" srcId="{08D08B52-CDD2-4BB5-B51B-71F5C7FFB415}" destId="{3677BA96-7487-9348-ACC6-705072D2DF16}" srcOrd="0" destOrd="0" presId="urn:microsoft.com/office/officeart/2005/8/layout/vList2"/>
    <dgm:cxn modelId="{5117CD0F-2AA7-D446-9197-DFE59AE309B7}" type="presOf" srcId="{4A5AD548-3CAE-441C-8DE4-0CB8DA391039}" destId="{2F585BCF-181B-5D41-A52B-DF26F1361BF9}" srcOrd="0" destOrd="0" presId="urn:microsoft.com/office/officeart/2005/8/layout/vList2"/>
    <dgm:cxn modelId="{15EBFE27-836E-4307-BA22-ACFBA66E76D5}" srcId="{7F630468-F4F7-47DD-9489-AD9DB5AC1EA9}" destId="{08D08B52-CDD2-4BB5-B51B-71F5C7FFB415}" srcOrd="1" destOrd="0" parTransId="{D0D3893D-78DA-4072-9B5E-A18304CE5F18}" sibTransId="{BADAD074-FE6F-4175-AB87-9452D6AE1E69}"/>
    <dgm:cxn modelId="{582F85A4-A742-4234-997B-89DAB83944D9}" srcId="{4A5AD548-3CAE-441C-8DE4-0CB8DA391039}" destId="{AC3E7E87-AB92-4453-9286-6CF387A48F0F}" srcOrd="0" destOrd="0" parTransId="{DFC20E91-7B41-42D3-8A79-C161A0DC0F8C}" sibTransId="{E4AE47A9-74BA-4878-8F42-0F07C3CDD597}"/>
    <dgm:cxn modelId="{D6A6C8C8-3B31-7849-8B67-4CECBAE24E06}" type="presOf" srcId="{7F630468-F4F7-47DD-9489-AD9DB5AC1EA9}" destId="{E67C6542-443C-A043-940F-5BC9F939F965}" srcOrd="0" destOrd="0" presId="urn:microsoft.com/office/officeart/2005/8/layout/vList2"/>
    <dgm:cxn modelId="{0524E8E4-828F-3348-90CC-180A0C8CED6B}" type="presOf" srcId="{AC3E7E87-AB92-4453-9286-6CF387A48F0F}" destId="{0BC2B00C-4A65-934B-A7BB-B9CED778D991}" srcOrd="0" destOrd="0" presId="urn:microsoft.com/office/officeart/2005/8/layout/vList2"/>
    <dgm:cxn modelId="{462EEEF1-34A2-4D0D-AF86-260EBC26AF6D}" srcId="{7F630468-F4F7-47DD-9489-AD9DB5AC1EA9}" destId="{4A5AD548-3CAE-441C-8DE4-0CB8DA391039}" srcOrd="0" destOrd="0" parTransId="{23F64621-E1F5-4DB0-AA5A-C1C38DC87B72}" sibTransId="{EF0B81AA-8562-4EBA-A195-D52E14CBF02A}"/>
    <dgm:cxn modelId="{47222E2A-D248-954C-9CD2-F75469053B9B}" type="presParOf" srcId="{E67C6542-443C-A043-940F-5BC9F939F965}" destId="{2F585BCF-181B-5D41-A52B-DF26F1361BF9}" srcOrd="0" destOrd="0" presId="urn:microsoft.com/office/officeart/2005/8/layout/vList2"/>
    <dgm:cxn modelId="{E7ADF5BB-540D-4D4E-BAAD-EFC495BD03F2}" type="presParOf" srcId="{E67C6542-443C-A043-940F-5BC9F939F965}" destId="{0BC2B00C-4A65-934B-A7BB-B9CED778D991}" srcOrd="1" destOrd="0" presId="urn:microsoft.com/office/officeart/2005/8/layout/vList2"/>
    <dgm:cxn modelId="{97717C04-323B-4642-AD3A-7EB361C3BB51}" type="presParOf" srcId="{E67C6542-443C-A043-940F-5BC9F939F965}" destId="{3677BA96-7487-9348-ACC6-705072D2DF16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F9582F7-511B-4954-9B66-0AB932B812B2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4CC9E22-1FF5-452D-B23E-040C9669005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Kaggle</a:t>
          </a:r>
        </a:p>
      </dgm:t>
    </dgm:pt>
    <dgm:pt modelId="{627AF4B8-53B2-44CB-BB53-7960D414B5C2}" type="parTrans" cxnId="{09972272-1184-4320-BA49-A1156E045327}">
      <dgm:prSet/>
      <dgm:spPr/>
      <dgm:t>
        <a:bodyPr/>
        <a:lstStyle/>
        <a:p>
          <a:endParaRPr lang="en-US"/>
        </a:p>
      </dgm:t>
    </dgm:pt>
    <dgm:pt modelId="{D7305CD2-F45D-47C6-ACFF-862EF647D57F}" type="sibTrans" cxnId="{09972272-1184-4320-BA49-A1156E045327}">
      <dgm:prSet/>
      <dgm:spPr/>
      <dgm:t>
        <a:bodyPr/>
        <a:lstStyle/>
        <a:p>
          <a:endParaRPr lang="en-US"/>
        </a:p>
      </dgm:t>
    </dgm:pt>
    <dgm:pt modelId="{5CBA9A6A-82C3-4DD8-81B6-6C79C6514A8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CSV Files</a:t>
          </a:r>
        </a:p>
      </dgm:t>
    </dgm:pt>
    <dgm:pt modelId="{84D01318-D5D3-446D-9BD9-1DDF548FFD31}" type="parTrans" cxnId="{CF531C3B-7E3F-4D84-AD98-026DC0751587}">
      <dgm:prSet/>
      <dgm:spPr/>
      <dgm:t>
        <a:bodyPr/>
        <a:lstStyle/>
        <a:p>
          <a:endParaRPr lang="en-US"/>
        </a:p>
      </dgm:t>
    </dgm:pt>
    <dgm:pt modelId="{31EE31B8-B513-42F4-BF9C-6879DCFD4A1E}" type="sibTrans" cxnId="{CF531C3B-7E3F-4D84-AD98-026DC0751587}">
      <dgm:prSet/>
      <dgm:spPr/>
      <dgm:t>
        <a:bodyPr/>
        <a:lstStyle/>
        <a:p>
          <a:endParaRPr lang="en-US"/>
        </a:p>
      </dgm:t>
    </dgm:pt>
    <dgm:pt modelId="{2E7C5DD6-5A3B-4B0B-B84F-F4C322615EF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Wikipedia </a:t>
          </a:r>
        </a:p>
      </dgm:t>
    </dgm:pt>
    <dgm:pt modelId="{0E195CE9-6211-4431-A58F-C0DC090D2D9C}" type="parTrans" cxnId="{96D933D6-EE49-43C7-A5D2-86ED621B7769}">
      <dgm:prSet/>
      <dgm:spPr/>
      <dgm:t>
        <a:bodyPr/>
        <a:lstStyle/>
        <a:p>
          <a:endParaRPr lang="en-US"/>
        </a:p>
      </dgm:t>
    </dgm:pt>
    <dgm:pt modelId="{87585663-C1F1-4C8E-9C6F-EB4BCD80F0EA}" type="sibTrans" cxnId="{96D933D6-EE49-43C7-A5D2-86ED621B7769}">
      <dgm:prSet/>
      <dgm:spPr/>
      <dgm:t>
        <a:bodyPr/>
        <a:lstStyle/>
        <a:p>
          <a:endParaRPr lang="en-US"/>
        </a:p>
      </dgm:t>
    </dgm:pt>
    <dgm:pt modelId="{9D97ABC6-926D-4EEB-A7B4-235A96FD715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Scraping</a:t>
          </a:r>
        </a:p>
      </dgm:t>
    </dgm:pt>
    <dgm:pt modelId="{B274A0C0-413C-41CA-A129-EDDE210FF8AC}" type="parTrans" cxnId="{CA95A3B1-F426-424E-B107-480560CA5370}">
      <dgm:prSet/>
      <dgm:spPr/>
      <dgm:t>
        <a:bodyPr/>
        <a:lstStyle/>
        <a:p>
          <a:endParaRPr lang="en-US"/>
        </a:p>
      </dgm:t>
    </dgm:pt>
    <dgm:pt modelId="{55A43993-5D0F-46AA-8357-16F046C3C4C6}" type="sibTrans" cxnId="{CA95A3B1-F426-424E-B107-480560CA5370}">
      <dgm:prSet/>
      <dgm:spPr/>
      <dgm:t>
        <a:bodyPr/>
        <a:lstStyle/>
        <a:p>
          <a:endParaRPr lang="en-US"/>
        </a:p>
      </dgm:t>
    </dgm:pt>
    <dgm:pt modelId="{CEE2BC63-C4B2-46FA-93A0-A730943A9658}" type="pres">
      <dgm:prSet presAssocID="{CF9582F7-511B-4954-9B66-0AB932B812B2}" presName="root" presStyleCnt="0">
        <dgm:presLayoutVars>
          <dgm:dir/>
          <dgm:resizeHandles val="exact"/>
        </dgm:presLayoutVars>
      </dgm:prSet>
      <dgm:spPr/>
    </dgm:pt>
    <dgm:pt modelId="{4F3CE84C-8BC3-41C5-A489-E281ABCB35B1}" type="pres">
      <dgm:prSet presAssocID="{24CC9E22-1FF5-452D-B23E-040C96690051}" presName="compNode" presStyleCnt="0"/>
      <dgm:spPr/>
    </dgm:pt>
    <dgm:pt modelId="{6974D0A2-0660-4DF1-A6EC-997DD5A7007C}" type="pres">
      <dgm:prSet presAssocID="{24CC9E22-1FF5-452D-B23E-040C9669005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DC25A39-2738-46EB-A89F-8B7470F787B3}" type="pres">
      <dgm:prSet presAssocID="{24CC9E22-1FF5-452D-B23E-040C96690051}" presName="iconSpace" presStyleCnt="0"/>
      <dgm:spPr/>
    </dgm:pt>
    <dgm:pt modelId="{16C5B35F-E121-4224-82DE-CD871FC9004B}" type="pres">
      <dgm:prSet presAssocID="{24CC9E22-1FF5-452D-B23E-040C96690051}" presName="parTx" presStyleLbl="revTx" presStyleIdx="0" presStyleCnt="4">
        <dgm:presLayoutVars>
          <dgm:chMax val="0"/>
          <dgm:chPref val="0"/>
        </dgm:presLayoutVars>
      </dgm:prSet>
      <dgm:spPr/>
    </dgm:pt>
    <dgm:pt modelId="{40EF15E1-A266-40C7-BD53-5928A27D813C}" type="pres">
      <dgm:prSet presAssocID="{24CC9E22-1FF5-452D-B23E-040C96690051}" presName="txSpace" presStyleCnt="0"/>
      <dgm:spPr/>
    </dgm:pt>
    <dgm:pt modelId="{026325E7-FA97-48CC-B1F2-6C877F9A7D7B}" type="pres">
      <dgm:prSet presAssocID="{24CC9E22-1FF5-452D-B23E-040C96690051}" presName="desTx" presStyleLbl="revTx" presStyleIdx="1" presStyleCnt="4">
        <dgm:presLayoutVars/>
      </dgm:prSet>
      <dgm:spPr/>
    </dgm:pt>
    <dgm:pt modelId="{A7C5A8A1-D15D-4AD1-93AA-426ABCE8E54F}" type="pres">
      <dgm:prSet presAssocID="{D7305CD2-F45D-47C6-ACFF-862EF647D57F}" presName="sibTrans" presStyleCnt="0"/>
      <dgm:spPr/>
    </dgm:pt>
    <dgm:pt modelId="{D356E9FF-C7E6-4E4D-B61E-8356C631C5EE}" type="pres">
      <dgm:prSet presAssocID="{2E7C5DD6-5A3B-4B0B-B84F-F4C322615EF5}" presName="compNode" presStyleCnt="0"/>
      <dgm:spPr/>
    </dgm:pt>
    <dgm:pt modelId="{F2B193D7-97BC-4539-95FC-FAFA17B14BD6}" type="pres">
      <dgm:prSet presAssocID="{2E7C5DD6-5A3B-4B0B-B84F-F4C322615EF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30044149-F66F-4D58-8E8B-9D70D3EF3DEB}" type="pres">
      <dgm:prSet presAssocID="{2E7C5DD6-5A3B-4B0B-B84F-F4C322615EF5}" presName="iconSpace" presStyleCnt="0"/>
      <dgm:spPr/>
    </dgm:pt>
    <dgm:pt modelId="{D3E76E94-E728-4334-A202-54B9D5386FA1}" type="pres">
      <dgm:prSet presAssocID="{2E7C5DD6-5A3B-4B0B-B84F-F4C322615EF5}" presName="parTx" presStyleLbl="revTx" presStyleIdx="2" presStyleCnt="4">
        <dgm:presLayoutVars>
          <dgm:chMax val="0"/>
          <dgm:chPref val="0"/>
        </dgm:presLayoutVars>
      </dgm:prSet>
      <dgm:spPr/>
    </dgm:pt>
    <dgm:pt modelId="{A54830FE-3D61-4E51-91F2-58A2154A63B8}" type="pres">
      <dgm:prSet presAssocID="{2E7C5DD6-5A3B-4B0B-B84F-F4C322615EF5}" presName="txSpace" presStyleCnt="0"/>
      <dgm:spPr/>
    </dgm:pt>
    <dgm:pt modelId="{1A5C2BA3-AE06-494A-A301-9ECCE0536DDD}" type="pres">
      <dgm:prSet presAssocID="{2E7C5DD6-5A3B-4B0B-B84F-F4C322615EF5}" presName="desTx" presStyleLbl="revTx" presStyleIdx="3" presStyleCnt="4">
        <dgm:presLayoutVars/>
      </dgm:prSet>
      <dgm:spPr/>
    </dgm:pt>
  </dgm:ptLst>
  <dgm:cxnLst>
    <dgm:cxn modelId="{CF531C3B-7E3F-4D84-AD98-026DC0751587}" srcId="{24CC9E22-1FF5-452D-B23E-040C96690051}" destId="{5CBA9A6A-82C3-4DD8-81B6-6C79C6514A88}" srcOrd="0" destOrd="0" parTransId="{84D01318-D5D3-446D-9BD9-1DDF548FFD31}" sibTransId="{31EE31B8-B513-42F4-BF9C-6879DCFD4A1E}"/>
    <dgm:cxn modelId="{BECED94E-3803-42EE-A84C-943A55AD5F68}" type="presOf" srcId="{5CBA9A6A-82C3-4DD8-81B6-6C79C6514A88}" destId="{026325E7-FA97-48CC-B1F2-6C877F9A7D7B}" srcOrd="0" destOrd="0" presId="urn:microsoft.com/office/officeart/2018/5/layout/CenteredIconLabelDescriptionList"/>
    <dgm:cxn modelId="{C4FAEF5A-20F8-46EB-94C2-E5CB46B5D3CA}" type="presOf" srcId="{24CC9E22-1FF5-452D-B23E-040C96690051}" destId="{16C5B35F-E121-4224-82DE-CD871FC9004B}" srcOrd="0" destOrd="0" presId="urn:microsoft.com/office/officeart/2018/5/layout/CenteredIconLabelDescriptionList"/>
    <dgm:cxn modelId="{09972272-1184-4320-BA49-A1156E045327}" srcId="{CF9582F7-511B-4954-9B66-0AB932B812B2}" destId="{24CC9E22-1FF5-452D-B23E-040C96690051}" srcOrd="0" destOrd="0" parTransId="{627AF4B8-53B2-44CB-BB53-7960D414B5C2}" sibTransId="{D7305CD2-F45D-47C6-ACFF-862EF647D57F}"/>
    <dgm:cxn modelId="{D1DD3E76-1DAF-459D-9C12-7BE0CFED2623}" type="presOf" srcId="{2E7C5DD6-5A3B-4B0B-B84F-F4C322615EF5}" destId="{D3E76E94-E728-4334-A202-54B9D5386FA1}" srcOrd="0" destOrd="0" presId="urn:microsoft.com/office/officeart/2018/5/layout/CenteredIconLabelDescriptionList"/>
    <dgm:cxn modelId="{CA95A3B1-F426-424E-B107-480560CA5370}" srcId="{2E7C5DD6-5A3B-4B0B-B84F-F4C322615EF5}" destId="{9D97ABC6-926D-4EEB-A7B4-235A96FD7159}" srcOrd="0" destOrd="0" parTransId="{B274A0C0-413C-41CA-A129-EDDE210FF8AC}" sibTransId="{55A43993-5D0F-46AA-8357-16F046C3C4C6}"/>
    <dgm:cxn modelId="{EC6605CB-75EC-49F6-A808-165E5BAC5339}" type="presOf" srcId="{9D97ABC6-926D-4EEB-A7B4-235A96FD7159}" destId="{1A5C2BA3-AE06-494A-A301-9ECCE0536DDD}" srcOrd="0" destOrd="0" presId="urn:microsoft.com/office/officeart/2018/5/layout/CenteredIconLabelDescriptionList"/>
    <dgm:cxn modelId="{96D933D6-EE49-43C7-A5D2-86ED621B7769}" srcId="{CF9582F7-511B-4954-9B66-0AB932B812B2}" destId="{2E7C5DD6-5A3B-4B0B-B84F-F4C322615EF5}" srcOrd="1" destOrd="0" parTransId="{0E195CE9-6211-4431-A58F-C0DC090D2D9C}" sibTransId="{87585663-C1F1-4C8E-9C6F-EB4BCD80F0EA}"/>
    <dgm:cxn modelId="{F660D4F6-CF13-4154-A01A-E90BE68F5053}" type="presOf" srcId="{CF9582F7-511B-4954-9B66-0AB932B812B2}" destId="{CEE2BC63-C4B2-46FA-93A0-A730943A9658}" srcOrd="0" destOrd="0" presId="urn:microsoft.com/office/officeart/2018/5/layout/CenteredIconLabelDescriptionList"/>
    <dgm:cxn modelId="{F8E17DAA-CECD-4559-B83C-272ECD6F9795}" type="presParOf" srcId="{CEE2BC63-C4B2-46FA-93A0-A730943A9658}" destId="{4F3CE84C-8BC3-41C5-A489-E281ABCB35B1}" srcOrd="0" destOrd="0" presId="urn:microsoft.com/office/officeart/2018/5/layout/CenteredIconLabelDescriptionList"/>
    <dgm:cxn modelId="{BAA7076F-7428-4D32-A705-A0003E1A1B61}" type="presParOf" srcId="{4F3CE84C-8BC3-41C5-A489-E281ABCB35B1}" destId="{6974D0A2-0660-4DF1-A6EC-997DD5A7007C}" srcOrd="0" destOrd="0" presId="urn:microsoft.com/office/officeart/2018/5/layout/CenteredIconLabelDescriptionList"/>
    <dgm:cxn modelId="{A80B72BD-6158-4825-A9B8-E988354DA392}" type="presParOf" srcId="{4F3CE84C-8BC3-41C5-A489-E281ABCB35B1}" destId="{DDC25A39-2738-46EB-A89F-8B7470F787B3}" srcOrd="1" destOrd="0" presId="urn:microsoft.com/office/officeart/2018/5/layout/CenteredIconLabelDescriptionList"/>
    <dgm:cxn modelId="{0D3FC8CB-61E4-4268-AC2D-49441B3F0854}" type="presParOf" srcId="{4F3CE84C-8BC3-41C5-A489-E281ABCB35B1}" destId="{16C5B35F-E121-4224-82DE-CD871FC9004B}" srcOrd="2" destOrd="0" presId="urn:microsoft.com/office/officeart/2018/5/layout/CenteredIconLabelDescriptionList"/>
    <dgm:cxn modelId="{07A683FB-DDB6-4A4A-BA07-131BD95E0EE2}" type="presParOf" srcId="{4F3CE84C-8BC3-41C5-A489-E281ABCB35B1}" destId="{40EF15E1-A266-40C7-BD53-5928A27D813C}" srcOrd="3" destOrd="0" presId="urn:microsoft.com/office/officeart/2018/5/layout/CenteredIconLabelDescriptionList"/>
    <dgm:cxn modelId="{DD2EC8D6-54D9-4993-83DE-D2C49C289870}" type="presParOf" srcId="{4F3CE84C-8BC3-41C5-A489-E281ABCB35B1}" destId="{026325E7-FA97-48CC-B1F2-6C877F9A7D7B}" srcOrd="4" destOrd="0" presId="urn:microsoft.com/office/officeart/2018/5/layout/CenteredIconLabelDescriptionList"/>
    <dgm:cxn modelId="{E1185705-F10E-4793-9640-BE808CD4DD0E}" type="presParOf" srcId="{CEE2BC63-C4B2-46FA-93A0-A730943A9658}" destId="{A7C5A8A1-D15D-4AD1-93AA-426ABCE8E54F}" srcOrd="1" destOrd="0" presId="urn:microsoft.com/office/officeart/2018/5/layout/CenteredIconLabelDescriptionList"/>
    <dgm:cxn modelId="{428D8D6C-BFA3-4EC6-BB3A-F4625271C44B}" type="presParOf" srcId="{CEE2BC63-C4B2-46FA-93A0-A730943A9658}" destId="{D356E9FF-C7E6-4E4D-B61E-8356C631C5EE}" srcOrd="2" destOrd="0" presId="urn:microsoft.com/office/officeart/2018/5/layout/CenteredIconLabelDescriptionList"/>
    <dgm:cxn modelId="{470AA816-0EB9-4776-A685-DE4361A550A8}" type="presParOf" srcId="{D356E9FF-C7E6-4E4D-B61E-8356C631C5EE}" destId="{F2B193D7-97BC-4539-95FC-FAFA17B14BD6}" srcOrd="0" destOrd="0" presId="urn:microsoft.com/office/officeart/2018/5/layout/CenteredIconLabelDescriptionList"/>
    <dgm:cxn modelId="{C3D18F73-5A74-4867-A8B5-B882DD599529}" type="presParOf" srcId="{D356E9FF-C7E6-4E4D-B61E-8356C631C5EE}" destId="{30044149-F66F-4D58-8E8B-9D70D3EF3DEB}" srcOrd="1" destOrd="0" presId="urn:microsoft.com/office/officeart/2018/5/layout/CenteredIconLabelDescriptionList"/>
    <dgm:cxn modelId="{ED121100-C81B-4B7A-8FAF-8252E28F322B}" type="presParOf" srcId="{D356E9FF-C7E6-4E4D-B61E-8356C631C5EE}" destId="{D3E76E94-E728-4334-A202-54B9D5386FA1}" srcOrd="2" destOrd="0" presId="urn:microsoft.com/office/officeart/2018/5/layout/CenteredIconLabelDescriptionList"/>
    <dgm:cxn modelId="{AF1F7FC8-D8F0-4A42-9BAB-203F53AB7022}" type="presParOf" srcId="{D356E9FF-C7E6-4E4D-B61E-8356C631C5EE}" destId="{A54830FE-3D61-4E51-91F2-58A2154A63B8}" srcOrd="3" destOrd="0" presId="urn:microsoft.com/office/officeart/2018/5/layout/CenteredIconLabelDescriptionList"/>
    <dgm:cxn modelId="{6991AEA1-5573-4011-8397-6FE2448FFACF}" type="presParOf" srcId="{D356E9FF-C7E6-4E4D-B61E-8356C631C5EE}" destId="{1A5C2BA3-AE06-494A-A301-9ECCE0536DDD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58FD9F-0F6F-4F16-98AD-1CA98BEABE58}" type="doc">
      <dgm:prSet loTypeId="urn:microsoft.com/office/officeart/2005/8/layout/list1" loCatId="list" qsTypeId="urn:microsoft.com/office/officeart/2005/8/quickstyle/simple1" qsCatId="simple" csTypeId="urn:microsoft.com/office/officeart/2005/8/colors/accent1_5" csCatId="accent1"/>
      <dgm:spPr/>
      <dgm:t>
        <a:bodyPr/>
        <a:lstStyle/>
        <a:p>
          <a:endParaRPr lang="en-US"/>
        </a:p>
      </dgm:t>
    </dgm:pt>
    <dgm:pt modelId="{9458AAD1-72B2-4C08-8306-EC5B019E3409}">
      <dgm:prSet/>
      <dgm:spPr/>
      <dgm:t>
        <a:bodyPr/>
        <a:lstStyle/>
        <a:p>
          <a:r>
            <a:rPr lang="en-US" dirty="0"/>
            <a:t>Useful CSV Files</a:t>
          </a:r>
        </a:p>
      </dgm:t>
    </dgm:pt>
    <dgm:pt modelId="{45A48E2A-91FB-4CDC-95A0-651D7B457726}" type="parTrans" cxnId="{83E423AD-D570-4B6C-B0E2-40E737DA2061}">
      <dgm:prSet/>
      <dgm:spPr/>
      <dgm:t>
        <a:bodyPr/>
        <a:lstStyle/>
        <a:p>
          <a:endParaRPr lang="en-US"/>
        </a:p>
      </dgm:t>
    </dgm:pt>
    <dgm:pt modelId="{48A56836-14B6-417E-88DD-049C95B0191A}" type="sibTrans" cxnId="{83E423AD-D570-4B6C-B0E2-40E737DA2061}">
      <dgm:prSet/>
      <dgm:spPr/>
      <dgm:t>
        <a:bodyPr/>
        <a:lstStyle/>
        <a:p>
          <a:endParaRPr lang="en-US"/>
        </a:p>
      </dgm:t>
    </dgm:pt>
    <dgm:pt modelId="{FB062B31-6881-47C8-AADB-5914F6E03F88}">
      <dgm:prSet/>
      <dgm:spPr/>
      <dgm:t>
        <a:bodyPr/>
        <a:lstStyle/>
        <a:p>
          <a:r>
            <a:rPr lang="en-US"/>
            <a:t>Years 2010 – 2025</a:t>
          </a:r>
        </a:p>
      </dgm:t>
    </dgm:pt>
    <dgm:pt modelId="{8C0FEDB4-BAD4-4E8E-AD5E-25734D3C30D3}" type="parTrans" cxnId="{B5A4F0C7-D867-4A39-89E3-04E5B83D5C1A}">
      <dgm:prSet/>
      <dgm:spPr/>
      <dgm:t>
        <a:bodyPr/>
        <a:lstStyle/>
        <a:p>
          <a:endParaRPr lang="en-US"/>
        </a:p>
      </dgm:t>
    </dgm:pt>
    <dgm:pt modelId="{F345F74C-6076-4525-9366-7AA3F59A1A0F}" type="sibTrans" cxnId="{B5A4F0C7-D867-4A39-89E3-04E5B83D5C1A}">
      <dgm:prSet/>
      <dgm:spPr/>
      <dgm:t>
        <a:bodyPr/>
        <a:lstStyle/>
        <a:p>
          <a:endParaRPr lang="en-US"/>
        </a:p>
      </dgm:t>
    </dgm:pt>
    <dgm:pt modelId="{CEC4192C-7788-49B1-B17D-F55E2AF2C553}">
      <dgm:prSet/>
      <dgm:spPr/>
      <dgm:t>
        <a:bodyPr/>
        <a:lstStyle/>
        <a:p>
          <a:r>
            <a:rPr lang="en-US"/>
            <a:t>Nulls</a:t>
          </a:r>
        </a:p>
      </dgm:t>
    </dgm:pt>
    <dgm:pt modelId="{640AB9B3-9EA4-418D-8A3F-A459A9652886}" type="parTrans" cxnId="{966AA9FE-A915-4D4F-8DB0-A48760C250EF}">
      <dgm:prSet/>
      <dgm:spPr/>
      <dgm:t>
        <a:bodyPr/>
        <a:lstStyle/>
        <a:p>
          <a:endParaRPr lang="en-US"/>
        </a:p>
      </dgm:t>
    </dgm:pt>
    <dgm:pt modelId="{966B3594-FFEE-46AF-B763-A313FDB4D1A7}" type="sibTrans" cxnId="{966AA9FE-A915-4D4F-8DB0-A48760C250EF}">
      <dgm:prSet/>
      <dgm:spPr/>
      <dgm:t>
        <a:bodyPr/>
        <a:lstStyle/>
        <a:p>
          <a:endParaRPr lang="en-US"/>
        </a:p>
      </dgm:t>
    </dgm:pt>
    <dgm:pt modelId="{03139F10-768B-A549-AE72-823266348DDC}" type="pres">
      <dgm:prSet presAssocID="{B758FD9F-0F6F-4F16-98AD-1CA98BEABE58}" presName="linear" presStyleCnt="0">
        <dgm:presLayoutVars>
          <dgm:dir/>
          <dgm:animLvl val="lvl"/>
          <dgm:resizeHandles val="exact"/>
        </dgm:presLayoutVars>
      </dgm:prSet>
      <dgm:spPr/>
    </dgm:pt>
    <dgm:pt modelId="{88EF29E8-5EFF-AC42-8537-A348D17CE375}" type="pres">
      <dgm:prSet presAssocID="{9458AAD1-72B2-4C08-8306-EC5B019E3409}" presName="parentLin" presStyleCnt="0"/>
      <dgm:spPr/>
    </dgm:pt>
    <dgm:pt modelId="{622AD63D-4DF8-0646-813B-5FA56A8093A0}" type="pres">
      <dgm:prSet presAssocID="{9458AAD1-72B2-4C08-8306-EC5B019E3409}" presName="parentLeftMargin" presStyleLbl="node1" presStyleIdx="0" presStyleCnt="3"/>
      <dgm:spPr/>
    </dgm:pt>
    <dgm:pt modelId="{CC78A76F-3EA4-6346-9A17-1A8FAB754C06}" type="pres">
      <dgm:prSet presAssocID="{9458AAD1-72B2-4C08-8306-EC5B019E3409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97F04FE-A7C8-2146-935D-8BC2C792ECD3}" type="pres">
      <dgm:prSet presAssocID="{9458AAD1-72B2-4C08-8306-EC5B019E3409}" presName="negativeSpace" presStyleCnt="0"/>
      <dgm:spPr/>
    </dgm:pt>
    <dgm:pt modelId="{9AF73F74-89F0-FB4E-9194-E2CD000E076D}" type="pres">
      <dgm:prSet presAssocID="{9458AAD1-72B2-4C08-8306-EC5B019E3409}" presName="childText" presStyleLbl="conFgAcc1" presStyleIdx="0" presStyleCnt="3">
        <dgm:presLayoutVars>
          <dgm:bulletEnabled val="1"/>
        </dgm:presLayoutVars>
      </dgm:prSet>
      <dgm:spPr/>
    </dgm:pt>
    <dgm:pt modelId="{B680D8AB-2BD4-6147-938E-9DA46F50C992}" type="pres">
      <dgm:prSet presAssocID="{48A56836-14B6-417E-88DD-049C95B0191A}" presName="spaceBetweenRectangles" presStyleCnt="0"/>
      <dgm:spPr/>
    </dgm:pt>
    <dgm:pt modelId="{8F88C769-0931-1F45-A15A-A4EF55BF6B73}" type="pres">
      <dgm:prSet presAssocID="{FB062B31-6881-47C8-AADB-5914F6E03F88}" presName="parentLin" presStyleCnt="0"/>
      <dgm:spPr/>
    </dgm:pt>
    <dgm:pt modelId="{D5B4089F-EFBF-8348-A5CC-7230F7057975}" type="pres">
      <dgm:prSet presAssocID="{FB062B31-6881-47C8-AADB-5914F6E03F88}" presName="parentLeftMargin" presStyleLbl="node1" presStyleIdx="0" presStyleCnt="3"/>
      <dgm:spPr/>
    </dgm:pt>
    <dgm:pt modelId="{7AB8CA9C-8180-D444-8A2C-C31890E274A8}" type="pres">
      <dgm:prSet presAssocID="{FB062B31-6881-47C8-AADB-5914F6E03F8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3D78A7-F44B-B044-97EC-C11F96E2455A}" type="pres">
      <dgm:prSet presAssocID="{FB062B31-6881-47C8-AADB-5914F6E03F88}" presName="negativeSpace" presStyleCnt="0"/>
      <dgm:spPr/>
    </dgm:pt>
    <dgm:pt modelId="{0B285DAF-4794-1C44-AB72-E5F240539F8C}" type="pres">
      <dgm:prSet presAssocID="{FB062B31-6881-47C8-AADB-5914F6E03F88}" presName="childText" presStyleLbl="conFgAcc1" presStyleIdx="1" presStyleCnt="3">
        <dgm:presLayoutVars>
          <dgm:bulletEnabled val="1"/>
        </dgm:presLayoutVars>
      </dgm:prSet>
      <dgm:spPr/>
    </dgm:pt>
    <dgm:pt modelId="{0EF84FD3-C738-C34A-8F9E-8BE5A1FA59F9}" type="pres">
      <dgm:prSet presAssocID="{F345F74C-6076-4525-9366-7AA3F59A1A0F}" presName="spaceBetweenRectangles" presStyleCnt="0"/>
      <dgm:spPr/>
    </dgm:pt>
    <dgm:pt modelId="{AD52FE46-8888-F74C-B2B0-5DEA82163133}" type="pres">
      <dgm:prSet presAssocID="{CEC4192C-7788-49B1-B17D-F55E2AF2C553}" presName="parentLin" presStyleCnt="0"/>
      <dgm:spPr/>
    </dgm:pt>
    <dgm:pt modelId="{115B9CD0-3571-084F-A59B-775222BDDB77}" type="pres">
      <dgm:prSet presAssocID="{CEC4192C-7788-49B1-B17D-F55E2AF2C553}" presName="parentLeftMargin" presStyleLbl="node1" presStyleIdx="1" presStyleCnt="3"/>
      <dgm:spPr/>
    </dgm:pt>
    <dgm:pt modelId="{2C8C2796-76EF-D44F-9970-298DA49104BB}" type="pres">
      <dgm:prSet presAssocID="{CEC4192C-7788-49B1-B17D-F55E2AF2C553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FB14FCE6-75E5-7C42-907A-4F6CE07FDD6C}" type="pres">
      <dgm:prSet presAssocID="{CEC4192C-7788-49B1-B17D-F55E2AF2C553}" presName="negativeSpace" presStyleCnt="0"/>
      <dgm:spPr/>
    </dgm:pt>
    <dgm:pt modelId="{B23356DD-F0E5-B444-AEDF-DC8123A49DF2}" type="pres">
      <dgm:prSet presAssocID="{CEC4192C-7788-49B1-B17D-F55E2AF2C553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5842B0D-D523-904E-9835-1D79D0C03B7D}" type="presOf" srcId="{CEC4192C-7788-49B1-B17D-F55E2AF2C553}" destId="{115B9CD0-3571-084F-A59B-775222BDDB77}" srcOrd="0" destOrd="0" presId="urn:microsoft.com/office/officeart/2005/8/layout/list1"/>
    <dgm:cxn modelId="{0C36DC1C-6049-8745-BDD0-6FEA800FEC57}" type="presOf" srcId="{9458AAD1-72B2-4C08-8306-EC5B019E3409}" destId="{622AD63D-4DF8-0646-813B-5FA56A8093A0}" srcOrd="0" destOrd="0" presId="urn:microsoft.com/office/officeart/2005/8/layout/list1"/>
    <dgm:cxn modelId="{0833054B-1495-5540-93BC-94DCD7BA21B9}" type="presOf" srcId="{CEC4192C-7788-49B1-B17D-F55E2AF2C553}" destId="{2C8C2796-76EF-D44F-9970-298DA49104BB}" srcOrd="1" destOrd="0" presId="urn:microsoft.com/office/officeart/2005/8/layout/list1"/>
    <dgm:cxn modelId="{CDC9096C-AD69-D346-90F0-993A698887E2}" type="presOf" srcId="{FB062B31-6881-47C8-AADB-5914F6E03F88}" destId="{D5B4089F-EFBF-8348-A5CC-7230F7057975}" srcOrd="0" destOrd="0" presId="urn:microsoft.com/office/officeart/2005/8/layout/list1"/>
    <dgm:cxn modelId="{83E423AD-D570-4B6C-B0E2-40E737DA2061}" srcId="{B758FD9F-0F6F-4F16-98AD-1CA98BEABE58}" destId="{9458AAD1-72B2-4C08-8306-EC5B019E3409}" srcOrd="0" destOrd="0" parTransId="{45A48E2A-91FB-4CDC-95A0-651D7B457726}" sibTransId="{48A56836-14B6-417E-88DD-049C95B0191A}"/>
    <dgm:cxn modelId="{D7DE8DBD-6960-4B42-9DEB-E6B4D1ECC788}" type="presOf" srcId="{FB062B31-6881-47C8-AADB-5914F6E03F88}" destId="{7AB8CA9C-8180-D444-8A2C-C31890E274A8}" srcOrd="1" destOrd="0" presId="urn:microsoft.com/office/officeart/2005/8/layout/list1"/>
    <dgm:cxn modelId="{B5A4F0C7-D867-4A39-89E3-04E5B83D5C1A}" srcId="{B758FD9F-0F6F-4F16-98AD-1CA98BEABE58}" destId="{FB062B31-6881-47C8-AADB-5914F6E03F88}" srcOrd="1" destOrd="0" parTransId="{8C0FEDB4-BAD4-4E8E-AD5E-25734D3C30D3}" sibTransId="{F345F74C-6076-4525-9366-7AA3F59A1A0F}"/>
    <dgm:cxn modelId="{B917A2CF-756C-5144-8D6E-ED3A2E9D3219}" type="presOf" srcId="{9458AAD1-72B2-4C08-8306-EC5B019E3409}" destId="{CC78A76F-3EA4-6346-9A17-1A8FAB754C06}" srcOrd="1" destOrd="0" presId="urn:microsoft.com/office/officeart/2005/8/layout/list1"/>
    <dgm:cxn modelId="{50B83DDA-B31D-014F-A911-8D3291D7A0C0}" type="presOf" srcId="{B758FD9F-0F6F-4F16-98AD-1CA98BEABE58}" destId="{03139F10-768B-A549-AE72-823266348DDC}" srcOrd="0" destOrd="0" presId="urn:microsoft.com/office/officeart/2005/8/layout/list1"/>
    <dgm:cxn modelId="{966AA9FE-A915-4D4F-8DB0-A48760C250EF}" srcId="{B758FD9F-0F6F-4F16-98AD-1CA98BEABE58}" destId="{CEC4192C-7788-49B1-B17D-F55E2AF2C553}" srcOrd="2" destOrd="0" parTransId="{640AB9B3-9EA4-418D-8A3F-A459A9652886}" sibTransId="{966B3594-FFEE-46AF-B763-A313FDB4D1A7}"/>
    <dgm:cxn modelId="{F640DA99-83D0-8C4F-AD64-C32ECBA9C262}" type="presParOf" srcId="{03139F10-768B-A549-AE72-823266348DDC}" destId="{88EF29E8-5EFF-AC42-8537-A348D17CE375}" srcOrd="0" destOrd="0" presId="urn:microsoft.com/office/officeart/2005/8/layout/list1"/>
    <dgm:cxn modelId="{01E840F0-18D3-EB49-BAAD-01A0837FC026}" type="presParOf" srcId="{88EF29E8-5EFF-AC42-8537-A348D17CE375}" destId="{622AD63D-4DF8-0646-813B-5FA56A8093A0}" srcOrd="0" destOrd="0" presId="urn:microsoft.com/office/officeart/2005/8/layout/list1"/>
    <dgm:cxn modelId="{90C666D3-7300-6444-9946-114945C79130}" type="presParOf" srcId="{88EF29E8-5EFF-AC42-8537-A348D17CE375}" destId="{CC78A76F-3EA4-6346-9A17-1A8FAB754C06}" srcOrd="1" destOrd="0" presId="urn:microsoft.com/office/officeart/2005/8/layout/list1"/>
    <dgm:cxn modelId="{D0EC75F0-F49B-344E-A7B5-5B4E0328575F}" type="presParOf" srcId="{03139F10-768B-A549-AE72-823266348DDC}" destId="{797F04FE-A7C8-2146-935D-8BC2C792ECD3}" srcOrd="1" destOrd="0" presId="urn:microsoft.com/office/officeart/2005/8/layout/list1"/>
    <dgm:cxn modelId="{C57E25C5-900F-2341-A076-6FFCCE5BAFFA}" type="presParOf" srcId="{03139F10-768B-A549-AE72-823266348DDC}" destId="{9AF73F74-89F0-FB4E-9194-E2CD000E076D}" srcOrd="2" destOrd="0" presId="urn:microsoft.com/office/officeart/2005/8/layout/list1"/>
    <dgm:cxn modelId="{9BDA0C06-BA15-AF4E-82D5-656CD673B66A}" type="presParOf" srcId="{03139F10-768B-A549-AE72-823266348DDC}" destId="{B680D8AB-2BD4-6147-938E-9DA46F50C992}" srcOrd="3" destOrd="0" presId="urn:microsoft.com/office/officeart/2005/8/layout/list1"/>
    <dgm:cxn modelId="{D9F086AE-306D-5B48-A395-CAD9AAC9E420}" type="presParOf" srcId="{03139F10-768B-A549-AE72-823266348DDC}" destId="{8F88C769-0931-1F45-A15A-A4EF55BF6B73}" srcOrd="4" destOrd="0" presId="urn:microsoft.com/office/officeart/2005/8/layout/list1"/>
    <dgm:cxn modelId="{5D42134F-E098-2149-A99B-7F1E94C36893}" type="presParOf" srcId="{8F88C769-0931-1F45-A15A-A4EF55BF6B73}" destId="{D5B4089F-EFBF-8348-A5CC-7230F7057975}" srcOrd="0" destOrd="0" presId="urn:microsoft.com/office/officeart/2005/8/layout/list1"/>
    <dgm:cxn modelId="{A8133F7C-7257-7349-93BE-9832BAE5E70F}" type="presParOf" srcId="{8F88C769-0931-1F45-A15A-A4EF55BF6B73}" destId="{7AB8CA9C-8180-D444-8A2C-C31890E274A8}" srcOrd="1" destOrd="0" presId="urn:microsoft.com/office/officeart/2005/8/layout/list1"/>
    <dgm:cxn modelId="{AA5FA45A-3E9F-B54F-B4D7-2FB72E4B8B41}" type="presParOf" srcId="{03139F10-768B-A549-AE72-823266348DDC}" destId="{2D3D78A7-F44B-B044-97EC-C11F96E2455A}" srcOrd="5" destOrd="0" presId="urn:microsoft.com/office/officeart/2005/8/layout/list1"/>
    <dgm:cxn modelId="{2D2B5EAC-3EA2-1941-84FB-AAA261E0E62A}" type="presParOf" srcId="{03139F10-768B-A549-AE72-823266348DDC}" destId="{0B285DAF-4794-1C44-AB72-E5F240539F8C}" srcOrd="6" destOrd="0" presId="urn:microsoft.com/office/officeart/2005/8/layout/list1"/>
    <dgm:cxn modelId="{07D914CC-B2BB-2E4B-AA72-AAEBEE922E45}" type="presParOf" srcId="{03139F10-768B-A549-AE72-823266348DDC}" destId="{0EF84FD3-C738-C34A-8F9E-8BE5A1FA59F9}" srcOrd="7" destOrd="0" presId="urn:microsoft.com/office/officeart/2005/8/layout/list1"/>
    <dgm:cxn modelId="{265DD797-4DDF-5C40-A2D1-403730D49C0A}" type="presParOf" srcId="{03139F10-768B-A549-AE72-823266348DDC}" destId="{AD52FE46-8888-F74C-B2B0-5DEA82163133}" srcOrd="8" destOrd="0" presId="urn:microsoft.com/office/officeart/2005/8/layout/list1"/>
    <dgm:cxn modelId="{D60B82A2-9307-D843-90A4-0359420D5722}" type="presParOf" srcId="{AD52FE46-8888-F74C-B2B0-5DEA82163133}" destId="{115B9CD0-3571-084F-A59B-775222BDDB77}" srcOrd="0" destOrd="0" presId="urn:microsoft.com/office/officeart/2005/8/layout/list1"/>
    <dgm:cxn modelId="{A7265A19-9926-FA4D-973E-1CF971DB39FC}" type="presParOf" srcId="{AD52FE46-8888-F74C-B2B0-5DEA82163133}" destId="{2C8C2796-76EF-D44F-9970-298DA49104BB}" srcOrd="1" destOrd="0" presId="urn:microsoft.com/office/officeart/2005/8/layout/list1"/>
    <dgm:cxn modelId="{61593EBD-DD8C-AF43-8EF2-EB0916313D71}" type="presParOf" srcId="{03139F10-768B-A549-AE72-823266348DDC}" destId="{FB14FCE6-75E5-7C42-907A-4F6CE07FDD6C}" srcOrd="9" destOrd="0" presId="urn:microsoft.com/office/officeart/2005/8/layout/list1"/>
    <dgm:cxn modelId="{15C56D5E-D82B-8241-962C-3F31F1EFA9C3}" type="presParOf" srcId="{03139F10-768B-A549-AE72-823266348DDC}" destId="{B23356DD-F0E5-B444-AEDF-DC8123A49DF2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BAD72BA-5C9F-4C5C-BCF6-12C15DC77073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092AAB8B-ED61-469B-818F-D374352C002B}">
      <dgm:prSet/>
      <dgm:spPr/>
      <dgm:t>
        <a:bodyPr/>
        <a:lstStyle/>
        <a:p>
          <a:r>
            <a:rPr lang="en-US"/>
            <a:t>Ingestion of Data</a:t>
          </a:r>
        </a:p>
      </dgm:t>
    </dgm:pt>
    <dgm:pt modelId="{C88C3398-54AC-404B-9CB9-C4D42F8AC2B1}" type="parTrans" cxnId="{03CE47B0-BD61-4BFB-BDE8-FEA9A5BC73F3}">
      <dgm:prSet/>
      <dgm:spPr/>
      <dgm:t>
        <a:bodyPr/>
        <a:lstStyle/>
        <a:p>
          <a:endParaRPr lang="en-US"/>
        </a:p>
      </dgm:t>
    </dgm:pt>
    <dgm:pt modelId="{2E5EBCD9-A43B-41A3-AC28-86659352BC05}" type="sibTrans" cxnId="{03CE47B0-BD61-4BFB-BDE8-FEA9A5BC73F3}">
      <dgm:prSet/>
      <dgm:spPr/>
      <dgm:t>
        <a:bodyPr/>
        <a:lstStyle/>
        <a:p>
          <a:endParaRPr lang="en-US"/>
        </a:p>
      </dgm:t>
    </dgm:pt>
    <dgm:pt modelId="{71DE1C02-C70A-43FB-9B84-11E03196A622}">
      <dgm:prSet/>
      <dgm:spPr/>
      <dgm:t>
        <a:bodyPr/>
        <a:lstStyle/>
        <a:p>
          <a:r>
            <a:rPr lang="en-US"/>
            <a:t>Data was Clean</a:t>
          </a:r>
        </a:p>
      </dgm:t>
    </dgm:pt>
    <dgm:pt modelId="{87C012EF-A714-4AA6-BC00-91C0B8ABB250}" type="parTrans" cxnId="{3D5E8E03-BA2D-431A-BD6A-E8FEDE38BDBB}">
      <dgm:prSet/>
      <dgm:spPr/>
      <dgm:t>
        <a:bodyPr/>
        <a:lstStyle/>
        <a:p>
          <a:endParaRPr lang="en-US"/>
        </a:p>
      </dgm:t>
    </dgm:pt>
    <dgm:pt modelId="{AE206CFC-EFB9-4965-A25C-3417F607BC38}" type="sibTrans" cxnId="{3D5E8E03-BA2D-431A-BD6A-E8FEDE38BDBB}">
      <dgm:prSet/>
      <dgm:spPr/>
      <dgm:t>
        <a:bodyPr/>
        <a:lstStyle/>
        <a:p>
          <a:endParaRPr lang="en-US"/>
        </a:p>
      </dgm:t>
    </dgm:pt>
    <dgm:pt modelId="{CC563E7F-DA2D-4463-A632-C8CB566C2635}">
      <dgm:prSet/>
      <dgm:spPr/>
      <dgm:t>
        <a:bodyPr/>
        <a:lstStyle/>
        <a:p>
          <a:r>
            <a:rPr lang="en-US"/>
            <a:t>No GitHub Problems</a:t>
          </a:r>
        </a:p>
      </dgm:t>
    </dgm:pt>
    <dgm:pt modelId="{505D7851-3099-4343-8809-2B398403C573}" type="parTrans" cxnId="{2817868B-32E4-4139-9750-6E703BA5FFB5}">
      <dgm:prSet/>
      <dgm:spPr/>
      <dgm:t>
        <a:bodyPr/>
        <a:lstStyle/>
        <a:p>
          <a:endParaRPr lang="en-US"/>
        </a:p>
      </dgm:t>
    </dgm:pt>
    <dgm:pt modelId="{4D30E28B-238B-4CCA-92C4-EEF345F34582}" type="sibTrans" cxnId="{2817868B-32E4-4139-9750-6E703BA5FFB5}">
      <dgm:prSet/>
      <dgm:spPr/>
      <dgm:t>
        <a:bodyPr/>
        <a:lstStyle/>
        <a:p>
          <a:endParaRPr lang="en-US"/>
        </a:p>
      </dgm:t>
    </dgm:pt>
    <dgm:pt modelId="{C69D3800-EA0E-354F-97F5-CEADBD8C2960}" type="pres">
      <dgm:prSet presAssocID="{7BAD72BA-5C9F-4C5C-BCF6-12C15DC77073}" presName="linear" presStyleCnt="0">
        <dgm:presLayoutVars>
          <dgm:dir/>
          <dgm:animLvl val="lvl"/>
          <dgm:resizeHandles val="exact"/>
        </dgm:presLayoutVars>
      </dgm:prSet>
      <dgm:spPr/>
    </dgm:pt>
    <dgm:pt modelId="{A7463DB2-3015-9D48-92EE-63B37D831664}" type="pres">
      <dgm:prSet presAssocID="{092AAB8B-ED61-469B-818F-D374352C002B}" presName="parentLin" presStyleCnt="0"/>
      <dgm:spPr/>
    </dgm:pt>
    <dgm:pt modelId="{468A2E0E-1017-FE44-9A76-215F2F17E62A}" type="pres">
      <dgm:prSet presAssocID="{092AAB8B-ED61-469B-818F-D374352C002B}" presName="parentLeftMargin" presStyleLbl="node1" presStyleIdx="0" presStyleCnt="3"/>
      <dgm:spPr/>
    </dgm:pt>
    <dgm:pt modelId="{7B76014A-F768-B045-A9F0-3E5D719D4A1F}" type="pres">
      <dgm:prSet presAssocID="{092AAB8B-ED61-469B-818F-D374352C002B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8F2DD50-3E61-5A4D-9209-199E91419EE1}" type="pres">
      <dgm:prSet presAssocID="{092AAB8B-ED61-469B-818F-D374352C002B}" presName="negativeSpace" presStyleCnt="0"/>
      <dgm:spPr/>
    </dgm:pt>
    <dgm:pt modelId="{F4E3975E-B6A1-094B-A19D-BF9CDF5DE2F9}" type="pres">
      <dgm:prSet presAssocID="{092AAB8B-ED61-469B-818F-D374352C002B}" presName="childText" presStyleLbl="conFgAcc1" presStyleIdx="0" presStyleCnt="3">
        <dgm:presLayoutVars>
          <dgm:bulletEnabled val="1"/>
        </dgm:presLayoutVars>
      </dgm:prSet>
      <dgm:spPr/>
    </dgm:pt>
    <dgm:pt modelId="{1FF1C458-8619-F846-95AB-97EFF3B62553}" type="pres">
      <dgm:prSet presAssocID="{2E5EBCD9-A43B-41A3-AC28-86659352BC05}" presName="spaceBetweenRectangles" presStyleCnt="0"/>
      <dgm:spPr/>
    </dgm:pt>
    <dgm:pt modelId="{AA5F878D-0C41-074E-8710-2CCEBF140246}" type="pres">
      <dgm:prSet presAssocID="{71DE1C02-C70A-43FB-9B84-11E03196A622}" presName="parentLin" presStyleCnt="0"/>
      <dgm:spPr/>
    </dgm:pt>
    <dgm:pt modelId="{136F7AAE-DBA4-AF44-9747-A8D4E645900B}" type="pres">
      <dgm:prSet presAssocID="{71DE1C02-C70A-43FB-9B84-11E03196A622}" presName="parentLeftMargin" presStyleLbl="node1" presStyleIdx="0" presStyleCnt="3"/>
      <dgm:spPr/>
    </dgm:pt>
    <dgm:pt modelId="{A1559542-9B52-9F42-8803-F34BDF6DB896}" type="pres">
      <dgm:prSet presAssocID="{71DE1C02-C70A-43FB-9B84-11E03196A62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01782E4-2B9A-EE42-BC14-F104295D170C}" type="pres">
      <dgm:prSet presAssocID="{71DE1C02-C70A-43FB-9B84-11E03196A622}" presName="negativeSpace" presStyleCnt="0"/>
      <dgm:spPr/>
    </dgm:pt>
    <dgm:pt modelId="{585EE856-7D31-EE42-A6CE-F057B1BF6E12}" type="pres">
      <dgm:prSet presAssocID="{71DE1C02-C70A-43FB-9B84-11E03196A622}" presName="childText" presStyleLbl="conFgAcc1" presStyleIdx="1" presStyleCnt="3">
        <dgm:presLayoutVars>
          <dgm:bulletEnabled val="1"/>
        </dgm:presLayoutVars>
      </dgm:prSet>
      <dgm:spPr/>
    </dgm:pt>
    <dgm:pt modelId="{AD398697-B45B-3540-AF3F-0ADBD97786BC}" type="pres">
      <dgm:prSet presAssocID="{AE206CFC-EFB9-4965-A25C-3417F607BC38}" presName="spaceBetweenRectangles" presStyleCnt="0"/>
      <dgm:spPr/>
    </dgm:pt>
    <dgm:pt modelId="{3B70AF0A-C52E-D84B-8501-AE3837148526}" type="pres">
      <dgm:prSet presAssocID="{CC563E7F-DA2D-4463-A632-C8CB566C2635}" presName="parentLin" presStyleCnt="0"/>
      <dgm:spPr/>
    </dgm:pt>
    <dgm:pt modelId="{629652D1-42E6-964B-951F-DFF6738ED8F0}" type="pres">
      <dgm:prSet presAssocID="{CC563E7F-DA2D-4463-A632-C8CB566C2635}" presName="parentLeftMargin" presStyleLbl="node1" presStyleIdx="1" presStyleCnt="3"/>
      <dgm:spPr/>
    </dgm:pt>
    <dgm:pt modelId="{56FDDF47-F998-0346-A302-29EAEB973151}" type="pres">
      <dgm:prSet presAssocID="{CC563E7F-DA2D-4463-A632-C8CB566C2635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E67ADF5A-E163-6445-AF80-C5B25DDCD361}" type="pres">
      <dgm:prSet presAssocID="{CC563E7F-DA2D-4463-A632-C8CB566C2635}" presName="negativeSpace" presStyleCnt="0"/>
      <dgm:spPr/>
    </dgm:pt>
    <dgm:pt modelId="{E8F03D5F-6EB6-0F4A-89C3-917366C723FE}" type="pres">
      <dgm:prSet presAssocID="{CC563E7F-DA2D-4463-A632-C8CB566C2635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3D5E8E03-BA2D-431A-BD6A-E8FEDE38BDBB}" srcId="{7BAD72BA-5C9F-4C5C-BCF6-12C15DC77073}" destId="{71DE1C02-C70A-43FB-9B84-11E03196A622}" srcOrd="1" destOrd="0" parTransId="{87C012EF-A714-4AA6-BC00-91C0B8ABB250}" sibTransId="{AE206CFC-EFB9-4965-A25C-3417F607BC38}"/>
    <dgm:cxn modelId="{D31FDC0A-DCD3-5D41-A74F-9837E7903DE1}" type="presOf" srcId="{092AAB8B-ED61-469B-818F-D374352C002B}" destId="{7B76014A-F768-B045-A9F0-3E5D719D4A1F}" srcOrd="1" destOrd="0" presId="urn:microsoft.com/office/officeart/2005/8/layout/list1"/>
    <dgm:cxn modelId="{0690692F-3ECB-5947-8071-4EE414E1DC04}" type="presOf" srcId="{7BAD72BA-5C9F-4C5C-BCF6-12C15DC77073}" destId="{C69D3800-EA0E-354F-97F5-CEADBD8C2960}" srcOrd="0" destOrd="0" presId="urn:microsoft.com/office/officeart/2005/8/layout/list1"/>
    <dgm:cxn modelId="{38015B37-4D6A-7840-9B77-51C93A50DB2E}" type="presOf" srcId="{CC563E7F-DA2D-4463-A632-C8CB566C2635}" destId="{56FDDF47-F998-0346-A302-29EAEB973151}" srcOrd="1" destOrd="0" presId="urn:microsoft.com/office/officeart/2005/8/layout/list1"/>
    <dgm:cxn modelId="{9D7B304B-5D2C-E248-84C1-67B1B52681C5}" type="presOf" srcId="{CC563E7F-DA2D-4463-A632-C8CB566C2635}" destId="{629652D1-42E6-964B-951F-DFF6738ED8F0}" srcOrd="0" destOrd="0" presId="urn:microsoft.com/office/officeart/2005/8/layout/list1"/>
    <dgm:cxn modelId="{7F0F637E-3DC7-C74E-8DF6-F724731BECB4}" type="presOf" srcId="{71DE1C02-C70A-43FB-9B84-11E03196A622}" destId="{136F7AAE-DBA4-AF44-9747-A8D4E645900B}" srcOrd="0" destOrd="0" presId="urn:microsoft.com/office/officeart/2005/8/layout/list1"/>
    <dgm:cxn modelId="{2817868B-32E4-4139-9750-6E703BA5FFB5}" srcId="{7BAD72BA-5C9F-4C5C-BCF6-12C15DC77073}" destId="{CC563E7F-DA2D-4463-A632-C8CB566C2635}" srcOrd="2" destOrd="0" parTransId="{505D7851-3099-4343-8809-2B398403C573}" sibTransId="{4D30E28B-238B-4CCA-92C4-EEF345F34582}"/>
    <dgm:cxn modelId="{0C8C5D8E-7678-8945-AD60-2241A1AC9E0B}" type="presOf" srcId="{092AAB8B-ED61-469B-818F-D374352C002B}" destId="{468A2E0E-1017-FE44-9A76-215F2F17E62A}" srcOrd="0" destOrd="0" presId="urn:microsoft.com/office/officeart/2005/8/layout/list1"/>
    <dgm:cxn modelId="{03CE47B0-BD61-4BFB-BDE8-FEA9A5BC73F3}" srcId="{7BAD72BA-5C9F-4C5C-BCF6-12C15DC77073}" destId="{092AAB8B-ED61-469B-818F-D374352C002B}" srcOrd="0" destOrd="0" parTransId="{C88C3398-54AC-404B-9CB9-C4D42F8AC2B1}" sibTransId="{2E5EBCD9-A43B-41A3-AC28-86659352BC05}"/>
    <dgm:cxn modelId="{05C7DFDA-6005-2743-B681-1531ECB00487}" type="presOf" srcId="{71DE1C02-C70A-43FB-9B84-11E03196A622}" destId="{A1559542-9B52-9F42-8803-F34BDF6DB896}" srcOrd="1" destOrd="0" presId="urn:microsoft.com/office/officeart/2005/8/layout/list1"/>
    <dgm:cxn modelId="{69A10D29-11F9-5B40-8BA4-145D4B1DCF1A}" type="presParOf" srcId="{C69D3800-EA0E-354F-97F5-CEADBD8C2960}" destId="{A7463DB2-3015-9D48-92EE-63B37D831664}" srcOrd="0" destOrd="0" presId="urn:microsoft.com/office/officeart/2005/8/layout/list1"/>
    <dgm:cxn modelId="{914C3905-A922-294E-A1F5-8CFB85D9C852}" type="presParOf" srcId="{A7463DB2-3015-9D48-92EE-63B37D831664}" destId="{468A2E0E-1017-FE44-9A76-215F2F17E62A}" srcOrd="0" destOrd="0" presId="urn:microsoft.com/office/officeart/2005/8/layout/list1"/>
    <dgm:cxn modelId="{F0D79FE5-0E94-FE4D-949C-74D87C97E9BB}" type="presParOf" srcId="{A7463DB2-3015-9D48-92EE-63B37D831664}" destId="{7B76014A-F768-B045-A9F0-3E5D719D4A1F}" srcOrd="1" destOrd="0" presId="urn:microsoft.com/office/officeart/2005/8/layout/list1"/>
    <dgm:cxn modelId="{8D45834F-D815-0A42-A89F-1259F46B19B1}" type="presParOf" srcId="{C69D3800-EA0E-354F-97F5-CEADBD8C2960}" destId="{C8F2DD50-3E61-5A4D-9209-199E91419EE1}" srcOrd="1" destOrd="0" presId="urn:microsoft.com/office/officeart/2005/8/layout/list1"/>
    <dgm:cxn modelId="{5D0727BA-C966-0C40-B8A4-8A082B6827AB}" type="presParOf" srcId="{C69D3800-EA0E-354F-97F5-CEADBD8C2960}" destId="{F4E3975E-B6A1-094B-A19D-BF9CDF5DE2F9}" srcOrd="2" destOrd="0" presId="urn:microsoft.com/office/officeart/2005/8/layout/list1"/>
    <dgm:cxn modelId="{E9E343F8-C74C-E644-BDA1-19CCEE86A5C5}" type="presParOf" srcId="{C69D3800-EA0E-354F-97F5-CEADBD8C2960}" destId="{1FF1C458-8619-F846-95AB-97EFF3B62553}" srcOrd="3" destOrd="0" presId="urn:microsoft.com/office/officeart/2005/8/layout/list1"/>
    <dgm:cxn modelId="{567CAF09-BB80-6C43-B226-CBC9FA08833A}" type="presParOf" srcId="{C69D3800-EA0E-354F-97F5-CEADBD8C2960}" destId="{AA5F878D-0C41-074E-8710-2CCEBF140246}" srcOrd="4" destOrd="0" presId="urn:microsoft.com/office/officeart/2005/8/layout/list1"/>
    <dgm:cxn modelId="{069F1A19-7966-DD47-AA16-AB9B3241A38B}" type="presParOf" srcId="{AA5F878D-0C41-074E-8710-2CCEBF140246}" destId="{136F7AAE-DBA4-AF44-9747-A8D4E645900B}" srcOrd="0" destOrd="0" presId="urn:microsoft.com/office/officeart/2005/8/layout/list1"/>
    <dgm:cxn modelId="{B4AA06EC-B940-1748-8F6C-C22C46DEFE07}" type="presParOf" srcId="{AA5F878D-0C41-074E-8710-2CCEBF140246}" destId="{A1559542-9B52-9F42-8803-F34BDF6DB896}" srcOrd="1" destOrd="0" presId="urn:microsoft.com/office/officeart/2005/8/layout/list1"/>
    <dgm:cxn modelId="{EE0D9255-E1C6-1543-BD3A-D377B880318C}" type="presParOf" srcId="{C69D3800-EA0E-354F-97F5-CEADBD8C2960}" destId="{A01782E4-2B9A-EE42-BC14-F104295D170C}" srcOrd="5" destOrd="0" presId="urn:microsoft.com/office/officeart/2005/8/layout/list1"/>
    <dgm:cxn modelId="{A32C29A9-9790-3F44-9907-E9DD8E295B2A}" type="presParOf" srcId="{C69D3800-EA0E-354F-97F5-CEADBD8C2960}" destId="{585EE856-7D31-EE42-A6CE-F057B1BF6E12}" srcOrd="6" destOrd="0" presId="urn:microsoft.com/office/officeart/2005/8/layout/list1"/>
    <dgm:cxn modelId="{9014329B-DF79-3B4C-A07B-0187D349DF83}" type="presParOf" srcId="{C69D3800-EA0E-354F-97F5-CEADBD8C2960}" destId="{AD398697-B45B-3540-AF3F-0ADBD97786BC}" srcOrd="7" destOrd="0" presId="urn:microsoft.com/office/officeart/2005/8/layout/list1"/>
    <dgm:cxn modelId="{A52C6E47-3A11-2B4E-95F6-0EADC39C6099}" type="presParOf" srcId="{C69D3800-EA0E-354F-97F5-CEADBD8C2960}" destId="{3B70AF0A-C52E-D84B-8501-AE3837148526}" srcOrd="8" destOrd="0" presId="urn:microsoft.com/office/officeart/2005/8/layout/list1"/>
    <dgm:cxn modelId="{C38EEB68-EC6B-1243-B8B3-9F378AA20A06}" type="presParOf" srcId="{3B70AF0A-C52E-D84B-8501-AE3837148526}" destId="{629652D1-42E6-964B-951F-DFF6738ED8F0}" srcOrd="0" destOrd="0" presId="urn:microsoft.com/office/officeart/2005/8/layout/list1"/>
    <dgm:cxn modelId="{229B32D2-2F4A-C945-B7CD-31E5413E3778}" type="presParOf" srcId="{3B70AF0A-C52E-D84B-8501-AE3837148526}" destId="{56FDDF47-F998-0346-A302-29EAEB973151}" srcOrd="1" destOrd="0" presId="urn:microsoft.com/office/officeart/2005/8/layout/list1"/>
    <dgm:cxn modelId="{B6389BAC-A4D0-0C46-93B1-D7CE7B8769BF}" type="presParOf" srcId="{C69D3800-EA0E-354F-97F5-CEADBD8C2960}" destId="{E67ADF5A-E163-6445-AF80-C5B25DDCD361}" srcOrd="9" destOrd="0" presId="urn:microsoft.com/office/officeart/2005/8/layout/list1"/>
    <dgm:cxn modelId="{B1007A81-9C3F-0143-941F-630D6E53B802}" type="presParOf" srcId="{C69D3800-EA0E-354F-97F5-CEADBD8C2960}" destId="{E8F03D5F-6EB6-0F4A-89C3-917366C723FE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B97167-C9B6-43DD-A654-5F6997E3DD8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3156F92-A83A-49F7-A891-60A208F862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Underestimation of Abundance of Statistics</a:t>
          </a:r>
        </a:p>
      </dgm:t>
    </dgm:pt>
    <dgm:pt modelId="{F9FAB9FE-2153-4C5E-958E-716A5C4EEF1F}" type="parTrans" cxnId="{913E92F4-9316-4C59-BC7C-D0BB13C38A3F}">
      <dgm:prSet/>
      <dgm:spPr/>
      <dgm:t>
        <a:bodyPr/>
        <a:lstStyle/>
        <a:p>
          <a:endParaRPr lang="en-US"/>
        </a:p>
      </dgm:t>
    </dgm:pt>
    <dgm:pt modelId="{89C06ABB-04B4-495E-82AE-71D8EA463E95}" type="sibTrans" cxnId="{913E92F4-9316-4C59-BC7C-D0BB13C38A3F}">
      <dgm:prSet/>
      <dgm:spPr/>
      <dgm:t>
        <a:bodyPr/>
        <a:lstStyle/>
        <a:p>
          <a:endParaRPr lang="en-US"/>
        </a:p>
      </dgm:t>
    </dgm:pt>
    <dgm:pt modelId="{F093DC5D-3A28-4205-99DB-F7E9C53EC0F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Locations of Venues and Teams that Moved On</a:t>
          </a:r>
        </a:p>
      </dgm:t>
    </dgm:pt>
    <dgm:pt modelId="{67D979DA-E832-48DF-A959-8C4A0BF5D8BB}" type="parTrans" cxnId="{0757972A-26E1-424B-A8DD-BC741AA6D959}">
      <dgm:prSet/>
      <dgm:spPr/>
      <dgm:t>
        <a:bodyPr/>
        <a:lstStyle/>
        <a:p>
          <a:endParaRPr lang="en-US"/>
        </a:p>
      </dgm:t>
    </dgm:pt>
    <dgm:pt modelId="{0FCBFC4B-0A64-4459-A868-7F60BD271E0F}" type="sibTrans" cxnId="{0757972A-26E1-424B-A8DD-BC741AA6D959}">
      <dgm:prSet/>
      <dgm:spPr/>
      <dgm:t>
        <a:bodyPr/>
        <a:lstStyle/>
        <a:p>
          <a:endParaRPr lang="en-US"/>
        </a:p>
      </dgm:t>
    </dgm:pt>
    <dgm:pt modelId="{BC7DDE64-7A9D-40F5-83D0-4CDF1AA8767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Proactive Thinking for SQL Queries</a:t>
          </a:r>
        </a:p>
      </dgm:t>
    </dgm:pt>
    <dgm:pt modelId="{F2878178-EBAF-4B8A-ACA1-EC913A6F1732}" type="parTrans" cxnId="{916D7479-4310-4626-B661-24DA5AD72E7C}">
      <dgm:prSet/>
      <dgm:spPr/>
      <dgm:t>
        <a:bodyPr/>
        <a:lstStyle/>
        <a:p>
          <a:endParaRPr lang="en-US"/>
        </a:p>
      </dgm:t>
    </dgm:pt>
    <dgm:pt modelId="{14612A12-2DC4-49CD-83F5-F352EEA81D17}" type="sibTrans" cxnId="{916D7479-4310-4626-B661-24DA5AD72E7C}">
      <dgm:prSet/>
      <dgm:spPr/>
      <dgm:t>
        <a:bodyPr/>
        <a:lstStyle/>
        <a:p>
          <a:endParaRPr lang="en-US"/>
        </a:p>
      </dgm:t>
    </dgm:pt>
    <dgm:pt modelId="{D5923B84-9FC6-4B86-83A3-D93A13FA4EAE}" type="pres">
      <dgm:prSet presAssocID="{E9B97167-C9B6-43DD-A654-5F6997E3DD86}" presName="root" presStyleCnt="0">
        <dgm:presLayoutVars>
          <dgm:dir/>
          <dgm:resizeHandles val="exact"/>
        </dgm:presLayoutVars>
      </dgm:prSet>
      <dgm:spPr/>
    </dgm:pt>
    <dgm:pt modelId="{B33BD048-7AB2-4A10-9F91-CC2BD3E83234}" type="pres">
      <dgm:prSet presAssocID="{43156F92-A83A-49F7-A891-60A208F86280}" presName="compNode" presStyleCnt="0"/>
      <dgm:spPr/>
    </dgm:pt>
    <dgm:pt modelId="{6546B3D8-85F8-41BD-A2A9-B80AF07C8133}" type="pres">
      <dgm:prSet presAssocID="{43156F92-A83A-49F7-A891-60A208F8628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1263D38-CF0D-4E04-81E8-EDB15B4C6C11}" type="pres">
      <dgm:prSet presAssocID="{43156F92-A83A-49F7-A891-60A208F86280}" presName="spaceRect" presStyleCnt="0"/>
      <dgm:spPr/>
    </dgm:pt>
    <dgm:pt modelId="{EA1FB13F-73B1-4C26-A300-E4F32F30F97B}" type="pres">
      <dgm:prSet presAssocID="{43156F92-A83A-49F7-A891-60A208F86280}" presName="textRect" presStyleLbl="revTx" presStyleIdx="0" presStyleCnt="3">
        <dgm:presLayoutVars>
          <dgm:chMax val="1"/>
          <dgm:chPref val="1"/>
        </dgm:presLayoutVars>
      </dgm:prSet>
      <dgm:spPr/>
    </dgm:pt>
    <dgm:pt modelId="{114BC263-53CF-4B2F-A315-A4B7C54D463D}" type="pres">
      <dgm:prSet presAssocID="{89C06ABB-04B4-495E-82AE-71D8EA463E95}" presName="sibTrans" presStyleCnt="0"/>
      <dgm:spPr/>
    </dgm:pt>
    <dgm:pt modelId="{DC3C6964-CD80-471D-B077-8E5C6ED73BDE}" type="pres">
      <dgm:prSet presAssocID="{F093DC5D-3A28-4205-99DB-F7E9C53EC0F5}" presName="compNode" presStyleCnt="0"/>
      <dgm:spPr/>
    </dgm:pt>
    <dgm:pt modelId="{0C1894D3-9CAE-49A5-BE45-B5361AE42BEC}" type="pres">
      <dgm:prSet presAssocID="{F093DC5D-3A28-4205-99DB-F7E9C53EC0F5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CD3F3FF5-1AEF-4B6C-8361-639C5985C408}" type="pres">
      <dgm:prSet presAssocID="{F093DC5D-3A28-4205-99DB-F7E9C53EC0F5}" presName="spaceRect" presStyleCnt="0"/>
      <dgm:spPr/>
    </dgm:pt>
    <dgm:pt modelId="{513385BF-F7C3-4800-B584-1C7120B77707}" type="pres">
      <dgm:prSet presAssocID="{F093DC5D-3A28-4205-99DB-F7E9C53EC0F5}" presName="textRect" presStyleLbl="revTx" presStyleIdx="1" presStyleCnt="3">
        <dgm:presLayoutVars>
          <dgm:chMax val="1"/>
          <dgm:chPref val="1"/>
        </dgm:presLayoutVars>
      </dgm:prSet>
      <dgm:spPr/>
    </dgm:pt>
    <dgm:pt modelId="{D59685BF-7A8F-4595-BD51-4FB7C58DFBFE}" type="pres">
      <dgm:prSet presAssocID="{0FCBFC4B-0A64-4459-A868-7F60BD271E0F}" presName="sibTrans" presStyleCnt="0"/>
      <dgm:spPr/>
    </dgm:pt>
    <dgm:pt modelId="{CB54418D-1AB5-43B6-9B7F-82D3F5BCDECE}" type="pres">
      <dgm:prSet presAssocID="{BC7DDE64-7A9D-40F5-83D0-4CDF1AA8767D}" presName="compNode" presStyleCnt="0"/>
      <dgm:spPr/>
    </dgm:pt>
    <dgm:pt modelId="{8DACF7BA-E441-4AE8-8D3A-CF9F375857D6}" type="pres">
      <dgm:prSet presAssocID="{BC7DDE64-7A9D-40F5-83D0-4CDF1AA8767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FEB09AD-9DB0-42AB-AE4B-5B92EEDF2F4E}" type="pres">
      <dgm:prSet presAssocID="{BC7DDE64-7A9D-40F5-83D0-4CDF1AA8767D}" presName="spaceRect" presStyleCnt="0"/>
      <dgm:spPr/>
    </dgm:pt>
    <dgm:pt modelId="{C2B74EF5-5B5F-4A01-8A25-863FDEC36DE7}" type="pres">
      <dgm:prSet presAssocID="{BC7DDE64-7A9D-40F5-83D0-4CDF1AA8767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731AF11-002D-4347-B2C2-043BA46B21F5}" type="presOf" srcId="{F093DC5D-3A28-4205-99DB-F7E9C53EC0F5}" destId="{513385BF-F7C3-4800-B584-1C7120B77707}" srcOrd="0" destOrd="0" presId="urn:microsoft.com/office/officeart/2018/2/layout/IconLabelList"/>
    <dgm:cxn modelId="{0757972A-26E1-424B-A8DD-BC741AA6D959}" srcId="{E9B97167-C9B6-43DD-A654-5F6997E3DD86}" destId="{F093DC5D-3A28-4205-99DB-F7E9C53EC0F5}" srcOrd="1" destOrd="0" parTransId="{67D979DA-E832-48DF-A959-8C4A0BF5D8BB}" sibTransId="{0FCBFC4B-0A64-4459-A868-7F60BD271E0F}"/>
    <dgm:cxn modelId="{23DF7455-E20A-48BD-8565-E1F5837EE4F5}" type="presOf" srcId="{E9B97167-C9B6-43DD-A654-5F6997E3DD86}" destId="{D5923B84-9FC6-4B86-83A3-D93A13FA4EAE}" srcOrd="0" destOrd="0" presId="urn:microsoft.com/office/officeart/2018/2/layout/IconLabelList"/>
    <dgm:cxn modelId="{916D7479-4310-4626-B661-24DA5AD72E7C}" srcId="{E9B97167-C9B6-43DD-A654-5F6997E3DD86}" destId="{BC7DDE64-7A9D-40F5-83D0-4CDF1AA8767D}" srcOrd="2" destOrd="0" parTransId="{F2878178-EBAF-4B8A-ACA1-EC913A6F1732}" sibTransId="{14612A12-2DC4-49CD-83F5-F352EEA81D17}"/>
    <dgm:cxn modelId="{4602D1A4-2F44-4B40-97D8-5274D02B654E}" type="presOf" srcId="{43156F92-A83A-49F7-A891-60A208F86280}" destId="{EA1FB13F-73B1-4C26-A300-E4F32F30F97B}" srcOrd="0" destOrd="0" presId="urn:microsoft.com/office/officeart/2018/2/layout/IconLabelList"/>
    <dgm:cxn modelId="{F643E8AA-2559-412F-B1BC-2BB220850571}" type="presOf" srcId="{BC7DDE64-7A9D-40F5-83D0-4CDF1AA8767D}" destId="{C2B74EF5-5B5F-4A01-8A25-863FDEC36DE7}" srcOrd="0" destOrd="0" presId="urn:microsoft.com/office/officeart/2018/2/layout/IconLabelList"/>
    <dgm:cxn modelId="{913E92F4-9316-4C59-BC7C-D0BB13C38A3F}" srcId="{E9B97167-C9B6-43DD-A654-5F6997E3DD86}" destId="{43156F92-A83A-49F7-A891-60A208F86280}" srcOrd="0" destOrd="0" parTransId="{F9FAB9FE-2153-4C5E-958E-716A5C4EEF1F}" sibTransId="{89C06ABB-04B4-495E-82AE-71D8EA463E95}"/>
    <dgm:cxn modelId="{591217F1-F951-4ED7-A013-42611C3B6A43}" type="presParOf" srcId="{D5923B84-9FC6-4B86-83A3-D93A13FA4EAE}" destId="{B33BD048-7AB2-4A10-9F91-CC2BD3E83234}" srcOrd="0" destOrd="0" presId="urn:microsoft.com/office/officeart/2018/2/layout/IconLabelList"/>
    <dgm:cxn modelId="{9A120276-AFB8-4E91-AFF6-7E38BE73EC94}" type="presParOf" srcId="{B33BD048-7AB2-4A10-9F91-CC2BD3E83234}" destId="{6546B3D8-85F8-41BD-A2A9-B80AF07C8133}" srcOrd="0" destOrd="0" presId="urn:microsoft.com/office/officeart/2018/2/layout/IconLabelList"/>
    <dgm:cxn modelId="{E3A3B8E5-B27E-4CC4-BA69-35231EA66C59}" type="presParOf" srcId="{B33BD048-7AB2-4A10-9F91-CC2BD3E83234}" destId="{51263D38-CF0D-4E04-81E8-EDB15B4C6C11}" srcOrd="1" destOrd="0" presId="urn:microsoft.com/office/officeart/2018/2/layout/IconLabelList"/>
    <dgm:cxn modelId="{881D648D-E434-4958-8522-5E3B452C0D95}" type="presParOf" srcId="{B33BD048-7AB2-4A10-9F91-CC2BD3E83234}" destId="{EA1FB13F-73B1-4C26-A300-E4F32F30F97B}" srcOrd="2" destOrd="0" presId="urn:microsoft.com/office/officeart/2018/2/layout/IconLabelList"/>
    <dgm:cxn modelId="{AF2F7A14-FDB7-4FB8-8215-F181DC0D5F59}" type="presParOf" srcId="{D5923B84-9FC6-4B86-83A3-D93A13FA4EAE}" destId="{114BC263-53CF-4B2F-A315-A4B7C54D463D}" srcOrd="1" destOrd="0" presId="urn:microsoft.com/office/officeart/2018/2/layout/IconLabelList"/>
    <dgm:cxn modelId="{FF0FF489-31B4-4D4D-9F7A-CD7AC604AC0A}" type="presParOf" srcId="{D5923B84-9FC6-4B86-83A3-D93A13FA4EAE}" destId="{DC3C6964-CD80-471D-B077-8E5C6ED73BDE}" srcOrd="2" destOrd="0" presId="urn:microsoft.com/office/officeart/2018/2/layout/IconLabelList"/>
    <dgm:cxn modelId="{792D4DE4-4DCB-4BF8-A967-41BAC11F4434}" type="presParOf" srcId="{DC3C6964-CD80-471D-B077-8E5C6ED73BDE}" destId="{0C1894D3-9CAE-49A5-BE45-B5361AE42BEC}" srcOrd="0" destOrd="0" presId="urn:microsoft.com/office/officeart/2018/2/layout/IconLabelList"/>
    <dgm:cxn modelId="{5FBD3BC4-E599-4BC6-A587-89A1817CB14C}" type="presParOf" srcId="{DC3C6964-CD80-471D-B077-8E5C6ED73BDE}" destId="{CD3F3FF5-1AEF-4B6C-8361-639C5985C408}" srcOrd="1" destOrd="0" presId="urn:microsoft.com/office/officeart/2018/2/layout/IconLabelList"/>
    <dgm:cxn modelId="{14DBE749-E6E9-4F96-B976-8935157049EC}" type="presParOf" srcId="{DC3C6964-CD80-471D-B077-8E5C6ED73BDE}" destId="{513385BF-F7C3-4800-B584-1C7120B77707}" srcOrd="2" destOrd="0" presId="urn:microsoft.com/office/officeart/2018/2/layout/IconLabelList"/>
    <dgm:cxn modelId="{403A537A-885F-4D9B-AACC-FDBA2F92FCD4}" type="presParOf" srcId="{D5923B84-9FC6-4B86-83A3-D93A13FA4EAE}" destId="{D59685BF-7A8F-4595-BD51-4FB7C58DFBFE}" srcOrd="3" destOrd="0" presId="urn:microsoft.com/office/officeart/2018/2/layout/IconLabelList"/>
    <dgm:cxn modelId="{E7022FEB-5A0D-4503-8943-408C2517EB2A}" type="presParOf" srcId="{D5923B84-9FC6-4B86-83A3-D93A13FA4EAE}" destId="{CB54418D-1AB5-43B6-9B7F-82D3F5BCDECE}" srcOrd="4" destOrd="0" presId="urn:microsoft.com/office/officeart/2018/2/layout/IconLabelList"/>
    <dgm:cxn modelId="{828DD199-B057-4EE9-85A1-E39B70254039}" type="presParOf" srcId="{CB54418D-1AB5-43B6-9B7F-82D3F5BCDECE}" destId="{8DACF7BA-E441-4AE8-8D3A-CF9F375857D6}" srcOrd="0" destOrd="0" presId="urn:microsoft.com/office/officeart/2018/2/layout/IconLabelList"/>
    <dgm:cxn modelId="{BA6AC380-2C1A-4626-BE29-1DD4E8E9ED57}" type="presParOf" srcId="{CB54418D-1AB5-43B6-9B7F-82D3F5BCDECE}" destId="{7FEB09AD-9DB0-42AB-AE4B-5B92EEDF2F4E}" srcOrd="1" destOrd="0" presId="urn:microsoft.com/office/officeart/2018/2/layout/IconLabelList"/>
    <dgm:cxn modelId="{B4D38AD8-BF81-49D7-842D-F74E5ED82A31}" type="presParOf" srcId="{CB54418D-1AB5-43B6-9B7F-82D3F5BCDECE}" destId="{C2B74EF5-5B5F-4A01-8A25-863FDEC36D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85BCF-181B-5D41-A52B-DF26F1361BF9}">
      <dsp:nvSpPr>
        <dsp:cNvPr id="0" name=""/>
        <dsp:cNvSpPr/>
      </dsp:nvSpPr>
      <dsp:spPr>
        <a:xfrm>
          <a:off x="0" y="46086"/>
          <a:ext cx="6207841" cy="1867082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1 in 9.2 Quintillion</a:t>
          </a:r>
        </a:p>
      </dsp:txBody>
      <dsp:txXfrm>
        <a:off x="91143" y="137229"/>
        <a:ext cx="6025555" cy="1684796"/>
      </dsp:txXfrm>
    </dsp:sp>
    <dsp:sp modelId="{0BC2B00C-4A65-934B-A7BB-B9CED778D991}">
      <dsp:nvSpPr>
        <dsp:cNvPr id="0" name=""/>
        <dsp:cNvSpPr/>
      </dsp:nvSpPr>
      <dsp:spPr>
        <a:xfrm>
          <a:off x="0" y="1913168"/>
          <a:ext cx="6207841" cy="7783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099" tIns="59690" rIns="334264" bIns="59690" numCol="1" spcCol="1270" anchor="t" anchorCtr="0">
          <a:noAutofit/>
        </a:bodyPr>
        <a:lstStyle/>
        <a:p>
          <a:pPr marL="285750" lvl="1" indent="-285750" algn="l" defTabSz="16446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3700" kern="1200" dirty="0"/>
            <a:t>Impact on Statistics</a:t>
          </a:r>
        </a:p>
      </dsp:txBody>
      <dsp:txXfrm>
        <a:off x="0" y="1913168"/>
        <a:ext cx="6207841" cy="778320"/>
      </dsp:txXfrm>
    </dsp:sp>
    <dsp:sp modelId="{3677BA96-7487-9348-ACC6-705072D2DF16}">
      <dsp:nvSpPr>
        <dsp:cNvPr id="0" name=""/>
        <dsp:cNvSpPr/>
      </dsp:nvSpPr>
      <dsp:spPr>
        <a:xfrm>
          <a:off x="0" y="2691488"/>
          <a:ext cx="6207841" cy="1867082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Timing of March Madness</a:t>
          </a:r>
        </a:p>
      </dsp:txBody>
      <dsp:txXfrm>
        <a:off x="91143" y="2782631"/>
        <a:ext cx="6025555" cy="168479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974D0A2-0660-4DF1-A6EC-997DD5A7007C}">
      <dsp:nvSpPr>
        <dsp:cNvPr id="0" name=""/>
        <dsp:cNvSpPr/>
      </dsp:nvSpPr>
      <dsp:spPr>
        <a:xfrm>
          <a:off x="1667382" y="47702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6C5B35F-E121-4224-82DE-CD871FC9004B}">
      <dsp:nvSpPr>
        <dsp:cNvPr id="0" name=""/>
        <dsp:cNvSpPr/>
      </dsp:nvSpPr>
      <dsp:spPr>
        <a:xfrm>
          <a:off x="263382" y="211306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Kaggle</a:t>
          </a:r>
        </a:p>
      </dsp:txBody>
      <dsp:txXfrm>
        <a:off x="263382" y="2113069"/>
        <a:ext cx="4320000" cy="648000"/>
      </dsp:txXfrm>
    </dsp:sp>
    <dsp:sp modelId="{026325E7-FA97-48CC-B1F2-6C877F9A7D7B}">
      <dsp:nvSpPr>
        <dsp:cNvPr id="0" name=""/>
        <dsp:cNvSpPr/>
      </dsp:nvSpPr>
      <dsp:spPr>
        <a:xfrm>
          <a:off x="263382" y="2818762"/>
          <a:ext cx="4320000" cy="5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CSV Files</a:t>
          </a:r>
        </a:p>
      </dsp:txBody>
      <dsp:txXfrm>
        <a:off x="263382" y="2818762"/>
        <a:ext cx="4320000" cy="542930"/>
      </dsp:txXfrm>
    </dsp:sp>
    <dsp:sp modelId="{F2B193D7-97BC-4539-95FC-FAFA17B14BD6}">
      <dsp:nvSpPr>
        <dsp:cNvPr id="0" name=""/>
        <dsp:cNvSpPr/>
      </dsp:nvSpPr>
      <dsp:spPr>
        <a:xfrm>
          <a:off x="6743382" y="477028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E76E94-E728-4334-A202-54B9D5386FA1}">
      <dsp:nvSpPr>
        <dsp:cNvPr id="0" name=""/>
        <dsp:cNvSpPr/>
      </dsp:nvSpPr>
      <dsp:spPr>
        <a:xfrm>
          <a:off x="5339382" y="211306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600" kern="1200"/>
            <a:t>Wikipedia </a:t>
          </a:r>
        </a:p>
      </dsp:txBody>
      <dsp:txXfrm>
        <a:off x="5339382" y="2113069"/>
        <a:ext cx="4320000" cy="648000"/>
      </dsp:txXfrm>
    </dsp:sp>
    <dsp:sp modelId="{1A5C2BA3-AE06-494A-A301-9ECCE0536DDD}">
      <dsp:nvSpPr>
        <dsp:cNvPr id="0" name=""/>
        <dsp:cNvSpPr/>
      </dsp:nvSpPr>
      <dsp:spPr>
        <a:xfrm>
          <a:off x="5339382" y="2818762"/>
          <a:ext cx="4320000" cy="5429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335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Scraping</a:t>
          </a:r>
        </a:p>
      </dsp:txBody>
      <dsp:txXfrm>
        <a:off x="5339382" y="2818762"/>
        <a:ext cx="4320000" cy="54293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F73F74-89F0-FB4E-9194-E2CD000E076D}">
      <dsp:nvSpPr>
        <dsp:cNvPr id="0" name=""/>
        <dsp:cNvSpPr/>
      </dsp:nvSpPr>
      <dsp:spPr>
        <a:xfrm>
          <a:off x="0" y="734468"/>
          <a:ext cx="5800912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78A76F-3EA4-6346-9A17-1A8FAB754C06}">
      <dsp:nvSpPr>
        <dsp:cNvPr id="0" name=""/>
        <dsp:cNvSpPr/>
      </dsp:nvSpPr>
      <dsp:spPr>
        <a:xfrm>
          <a:off x="290045" y="247388"/>
          <a:ext cx="4060639" cy="9741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482" tIns="0" rIns="15348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 dirty="0"/>
            <a:t>Useful CSV Files</a:t>
          </a:r>
        </a:p>
      </dsp:txBody>
      <dsp:txXfrm>
        <a:off x="337600" y="294943"/>
        <a:ext cx="3965529" cy="879050"/>
      </dsp:txXfrm>
    </dsp:sp>
    <dsp:sp modelId="{0B285DAF-4794-1C44-AB72-E5F240539F8C}">
      <dsp:nvSpPr>
        <dsp:cNvPr id="0" name=""/>
        <dsp:cNvSpPr/>
      </dsp:nvSpPr>
      <dsp:spPr>
        <a:xfrm>
          <a:off x="0" y="2231348"/>
          <a:ext cx="5800912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8CA9C-8180-D444-8A2C-C31890E274A8}">
      <dsp:nvSpPr>
        <dsp:cNvPr id="0" name=""/>
        <dsp:cNvSpPr/>
      </dsp:nvSpPr>
      <dsp:spPr>
        <a:xfrm>
          <a:off x="290045" y="1744268"/>
          <a:ext cx="4060639" cy="9741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482" tIns="0" rIns="15348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Years 2010 – 2025</a:t>
          </a:r>
        </a:p>
      </dsp:txBody>
      <dsp:txXfrm>
        <a:off x="337600" y="1791823"/>
        <a:ext cx="3965529" cy="879050"/>
      </dsp:txXfrm>
    </dsp:sp>
    <dsp:sp modelId="{B23356DD-F0E5-B444-AEDF-DC8123A49DF2}">
      <dsp:nvSpPr>
        <dsp:cNvPr id="0" name=""/>
        <dsp:cNvSpPr/>
      </dsp:nvSpPr>
      <dsp:spPr>
        <a:xfrm>
          <a:off x="0" y="3728228"/>
          <a:ext cx="5800912" cy="831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8C2796-76EF-D44F-9970-298DA49104BB}">
      <dsp:nvSpPr>
        <dsp:cNvPr id="0" name=""/>
        <dsp:cNvSpPr/>
      </dsp:nvSpPr>
      <dsp:spPr>
        <a:xfrm>
          <a:off x="290045" y="3241148"/>
          <a:ext cx="4060639" cy="974160"/>
        </a:xfrm>
        <a:prstGeom prst="roundRect">
          <a:avLst/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3482" tIns="0" rIns="153482" bIns="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Nulls</a:t>
          </a:r>
        </a:p>
      </dsp:txBody>
      <dsp:txXfrm>
        <a:off x="337600" y="3288703"/>
        <a:ext cx="3965529" cy="879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3975E-B6A1-094B-A19D-BF9CDF5DE2F9}">
      <dsp:nvSpPr>
        <dsp:cNvPr id="0" name=""/>
        <dsp:cNvSpPr/>
      </dsp:nvSpPr>
      <dsp:spPr>
        <a:xfrm>
          <a:off x="0" y="452541"/>
          <a:ext cx="9922764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B76014A-F768-B045-A9F0-3E5D719D4A1F}">
      <dsp:nvSpPr>
        <dsp:cNvPr id="0" name=""/>
        <dsp:cNvSpPr/>
      </dsp:nvSpPr>
      <dsp:spPr>
        <a:xfrm>
          <a:off x="496138" y="24501"/>
          <a:ext cx="6945934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540" tIns="0" rIns="26254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Ingestion of Data</a:t>
          </a:r>
        </a:p>
      </dsp:txBody>
      <dsp:txXfrm>
        <a:off x="537928" y="66291"/>
        <a:ext cx="6862354" cy="772500"/>
      </dsp:txXfrm>
    </dsp:sp>
    <dsp:sp modelId="{585EE856-7D31-EE42-A6CE-F057B1BF6E12}">
      <dsp:nvSpPr>
        <dsp:cNvPr id="0" name=""/>
        <dsp:cNvSpPr/>
      </dsp:nvSpPr>
      <dsp:spPr>
        <a:xfrm>
          <a:off x="0" y="1767981"/>
          <a:ext cx="9922764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1559542-9B52-9F42-8803-F34BDF6DB896}">
      <dsp:nvSpPr>
        <dsp:cNvPr id="0" name=""/>
        <dsp:cNvSpPr/>
      </dsp:nvSpPr>
      <dsp:spPr>
        <a:xfrm>
          <a:off x="496138" y="1339941"/>
          <a:ext cx="6945934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540" tIns="0" rIns="26254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Data was Clean</a:t>
          </a:r>
        </a:p>
      </dsp:txBody>
      <dsp:txXfrm>
        <a:off x="537928" y="1381731"/>
        <a:ext cx="6862354" cy="772500"/>
      </dsp:txXfrm>
    </dsp:sp>
    <dsp:sp modelId="{E8F03D5F-6EB6-0F4A-89C3-917366C723FE}">
      <dsp:nvSpPr>
        <dsp:cNvPr id="0" name=""/>
        <dsp:cNvSpPr/>
      </dsp:nvSpPr>
      <dsp:spPr>
        <a:xfrm>
          <a:off x="0" y="3083421"/>
          <a:ext cx="9922764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FDDF47-F998-0346-A302-29EAEB973151}">
      <dsp:nvSpPr>
        <dsp:cNvPr id="0" name=""/>
        <dsp:cNvSpPr/>
      </dsp:nvSpPr>
      <dsp:spPr>
        <a:xfrm>
          <a:off x="496138" y="2655381"/>
          <a:ext cx="6945934" cy="8560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2540" tIns="0" rIns="262540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No GitHub Problems</a:t>
          </a:r>
        </a:p>
      </dsp:txBody>
      <dsp:txXfrm>
        <a:off x="537928" y="2697171"/>
        <a:ext cx="6862354" cy="7725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46B3D8-85F8-41BD-A2A9-B80AF07C8133}">
      <dsp:nvSpPr>
        <dsp:cNvPr id="0" name=""/>
        <dsp:cNvSpPr/>
      </dsp:nvSpPr>
      <dsp:spPr>
        <a:xfrm>
          <a:off x="1019898" y="750579"/>
          <a:ext cx="1266905" cy="126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FB13F-73B1-4C26-A300-E4F32F30F97B}">
      <dsp:nvSpPr>
        <dsp:cNvPr id="0" name=""/>
        <dsp:cNvSpPr/>
      </dsp:nvSpPr>
      <dsp:spPr>
        <a:xfrm>
          <a:off x="245678" y="2368142"/>
          <a:ext cx="2815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Underestimation of Abundance of Statistics</a:t>
          </a:r>
        </a:p>
      </dsp:txBody>
      <dsp:txXfrm>
        <a:off x="245678" y="2368142"/>
        <a:ext cx="2815345" cy="720000"/>
      </dsp:txXfrm>
    </dsp:sp>
    <dsp:sp modelId="{0C1894D3-9CAE-49A5-BE45-B5361AE42BEC}">
      <dsp:nvSpPr>
        <dsp:cNvPr id="0" name=""/>
        <dsp:cNvSpPr/>
      </dsp:nvSpPr>
      <dsp:spPr>
        <a:xfrm>
          <a:off x="4327929" y="750579"/>
          <a:ext cx="1266905" cy="126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3385BF-F7C3-4800-B584-1C7120B77707}">
      <dsp:nvSpPr>
        <dsp:cNvPr id="0" name=""/>
        <dsp:cNvSpPr/>
      </dsp:nvSpPr>
      <dsp:spPr>
        <a:xfrm>
          <a:off x="3553709" y="2368142"/>
          <a:ext cx="2815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Locations of Venues and Teams that Moved On</a:t>
          </a:r>
        </a:p>
      </dsp:txBody>
      <dsp:txXfrm>
        <a:off x="3553709" y="2368142"/>
        <a:ext cx="2815345" cy="720000"/>
      </dsp:txXfrm>
    </dsp:sp>
    <dsp:sp modelId="{8DACF7BA-E441-4AE8-8D3A-CF9F375857D6}">
      <dsp:nvSpPr>
        <dsp:cNvPr id="0" name=""/>
        <dsp:cNvSpPr/>
      </dsp:nvSpPr>
      <dsp:spPr>
        <a:xfrm>
          <a:off x="7635960" y="750579"/>
          <a:ext cx="1266905" cy="12669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B74EF5-5B5F-4A01-8A25-863FDEC36DE7}">
      <dsp:nvSpPr>
        <dsp:cNvPr id="0" name=""/>
        <dsp:cNvSpPr/>
      </dsp:nvSpPr>
      <dsp:spPr>
        <a:xfrm>
          <a:off x="6861740" y="2368142"/>
          <a:ext cx="281534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Proactive Thinking for SQL Queries</a:t>
          </a:r>
        </a:p>
      </dsp:txBody>
      <dsp:txXfrm>
        <a:off x="6861740" y="2368142"/>
        <a:ext cx="2815345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D70-91AA-429A-BD57-1CB6792B3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8136" y="1078030"/>
            <a:ext cx="9288096" cy="2956718"/>
          </a:xfrm>
        </p:spPr>
        <p:txBody>
          <a:bodyPr anchor="t">
            <a:noAutofit/>
          </a:bodyPr>
          <a:lstStyle>
            <a:lvl1pPr algn="l">
              <a:defRPr sz="66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4455621"/>
            <a:ext cx="9288096" cy="1435331"/>
          </a:xfrm>
        </p:spPr>
        <p:txBody>
          <a:bodyPr>
            <a:normAutofit/>
          </a:bodyPr>
          <a:lstStyle>
            <a:lvl1pPr marL="0" indent="0" algn="l">
              <a:lnSpc>
                <a:spcPct val="12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31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31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8007D-9B1D-4E2C-B38F-29C6820996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9127"/>
            <a:ext cx="9272260" cy="3472874"/>
          </a:xfrm>
        </p:spPr>
        <p:txBody>
          <a:bodyPr anchor="t">
            <a:normAutofit/>
          </a:bodyPr>
          <a:lstStyle>
            <a:lvl1pPr>
              <a:defRPr sz="4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60C51B-B525-4032-9D08-2978D7367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0939" y="4572000"/>
            <a:ext cx="9272262" cy="1320801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0923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9890066" cy="1294228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229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84333"/>
            <a:ext cx="9949455" cy="83885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835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210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48B02B-A32A-4383-BBC7-0C383390A9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CFF7E77-47E0-4F9E-9148-8D0C59C0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8005A2-ECF0-4759-A17B-FDECE8068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424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1DD4B-5676-477E-8C52-4C1CF160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4448"/>
            <a:ext cx="3785860" cy="1554362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5A3E63-EB15-4D82-BF2B-36BB030C4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4500" y="922689"/>
            <a:ext cx="548600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E994E-BAB7-43DC-A0E4-C779CF2A33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701254"/>
            <a:ext cx="3785860" cy="316773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EFAAA-1B70-42AA-ADCC-F49B5813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C7B6CC-1C13-4F34-AC86-CCD442C8C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1B638-9061-41AD-AF47-73A4AF8B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307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CF3C43-1676-4A29-83F9-D788ED2E7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097280"/>
            <a:ext cx="3785860" cy="1559740"/>
          </a:xfrm>
        </p:spPr>
        <p:txBody>
          <a:bodyPr anchor="t">
            <a:normAutofit/>
          </a:bodyPr>
          <a:lstStyle>
            <a:lvl1pPr>
              <a:defRPr sz="28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14A903-97C7-4349-B8CE-1BBED1942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24500" y="1143000"/>
            <a:ext cx="54864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A9F58-4AEB-4286-98F7-3C77AA913B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0940" y="2697480"/>
            <a:ext cx="3785860" cy="309342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55A58-F085-4500-AF61-045B12C8F4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36470-561D-49AE-AC84-B79D483FD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EF2BE2-DF21-4683-9D5F-849A525FD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556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6C900-05BC-4021-B69F-2DAF974B7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26E227-253A-44A0-9404-1CFD8CE41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314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2CF945-D70F-49C1-8CE5-5758C11660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82100" y="1091381"/>
            <a:ext cx="2171700" cy="4953369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DB721-04AA-4330-8045-3F2D9BB4BC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091381"/>
            <a:ext cx="8265340" cy="495336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418C15-991C-4C71-8DCD-DB3B38888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28CC3-5830-4EFA-B28E-1648904DE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DA91B6-E419-4483-9B66-3C758788B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E447C6A-78C3-4687-9A71-A05DBF6700DE}"/>
              </a:ext>
            </a:extLst>
          </p:cNvPr>
          <p:cNvCxnSpPr>
            <a:cxnSpLocks/>
          </p:cNvCxnSpPr>
          <p:nvPr/>
        </p:nvCxnSpPr>
        <p:spPr>
          <a:xfrm>
            <a:off x="11387805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373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129422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447778"/>
            <a:ext cx="9922764" cy="38387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15200" y="6389688"/>
            <a:ext cx="3695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1E45834-53BD-4C8F-B791-CD5378F4150E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90940" y="6389688"/>
            <a:ext cx="44335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3190" y="6389688"/>
            <a:ext cx="9402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719D7796-F675-488F-AC46-C88938C80352}" type="slidenum">
              <a:rPr lang="en-US" smtClean="0"/>
              <a:t>‹#›</a:t>
            </a:fld>
            <a:endParaRPr lang="en-US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8689CE0-64D2-447C-9C1F-872D111D8AC3}"/>
              </a:ext>
            </a:extLst>
          </p:cNvPr>
          <p:cNvCxnSpPr>
            <a:cxnSpLocks/>
          </p:cNvCxnSpPr>
          <p:nvPr/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0554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500"/>
        </a:spcBef>
        <a:buFont typeface="Neue Haas Grotesk Text Pro" panose="020B0504020202020204" pitchFamily="34" charset="0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hyperlink" Target="http://localhost:3000/dashboard/2-final-project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C99DC-C3C5-4EBE-91DD-345109C3D6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31592-438E-94BC-E430-A39163136A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516" y="1076635"/>
            <a:ext cx="3930256" cy="3495365"/>
          </a:xfrm>
        </p:spPr>
        <p:txBody>
          <a:bodyPr anchor="t">
            <a:normAutofit/>
          </a:bodyPr>
          <a:lstStyle/>
          <a:p>
            <a:r>
              <a:rPr lang="en-US" sz="4000" dirty="0"/>
              <a:t>Stebick – Scores</a:t>
            </a:r>
            <a:br>
              <a:rPr lang="en-US" sz="4000" dirty="0"/>
            </a:br>
            <a:br>
              <a:rPr lang="en-US" sz="4000" dirty="0"/>
            </a:br>
            <a:r>
              <a:rPr lang="en-US" sz="2000" i="1" dirty="0"/>
              <a:t>An insight to March Madness</a:t>
            </a:r>
            <a:endParaRPr lang="en-US" sz="4000" i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741B02-10F7-4EA6-3A3E-0B1C28DEE1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0940" y="4525682"/>
            <a:ext cx="3638358" cy="1318124"/>
          </a:xfrm>
        </p:spPr>
        <p:txBody>
          <a:bodyPr anchor="b">
            <a:normAutofit/>
          </a:bodyPr>
          <a:lstStyle/>
          <a:p>
            <a:r>
              <a:rPr lang="en-US" dirty="0"/>
              <a:t>- Jonathan Stebick ‘26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7684" y="1186792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F42C36E5-1001-7805-FE4C-6B1A4DFB673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EEE1"/>
              </a:clrFrom>
              <a:clrTo>
                <a:srgbClr val="FFEEE1">
                  <a:alpha val="0"/>
                </a:srgbClr>
              </a:clrTo>
            </a:clrChange>
            <a:duotone>
              <a:prstClr val="black"/>
              <a:schemeClr val="accent1">
                <a:lumMod val="40000"/>
                <a:lumOff val="60000"/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 l="11761" r="30150" b="2"/>
          <a:stretch>
            <a:fillRect/>
          </a:stretch>
        </p:blipFill>
        <p:spPr>
          <a:xfrm>
            <a:off x="5524499" y="1"/>
            <a:ext cx="6667501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394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8C38AB-00B3-4611-B51A-458666907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7CFAC7-1F63-A5D2-D549-7A42FB93B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2304" y="4504002"/>
            <a:ext cx="3784496" cy="1790886"/>
          </a:xfrm>
        </p:spPr>
        <p:txBody>
          <a:bodyPr anchor="t">
            <a:normAutofit/>
          </a:bodyPr>
          <a:lstStyle/>
          <a:p>
            <a:r>
              <a:rPr lang="en-US" sz="4000"/>
              <a:t>Motivation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909CB-6CD3-45DF-9920-8D818248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4607234"/>
            <a:ext cx="804195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80F8BD7-07CB-3B73-B28E-D310C3D9049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267422"/>
              </p:ext>
            </p:extLst>
          </p:nvPr>
        </p:nvGraphicFramePr>
        <p:xfrm>
          <a:off x="5412658" y="1110343"/>
          <a:ext cx="6207841" cy="46046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67059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CC7902-C1B3-E855-57EA-EE2793893F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B2E815CF-65BB-B215-8197-51CC975D04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227270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AA6A2E0-18A1-4B22-8F61-5E162B6742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8735E4-2195-4D97-DA35-E439B463D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4"/>
            <a:ext cx="3763693" cy="2338756"/>
          </a:xfrm>
        </p:spPr>
        <p:txBody>
          <a:bodyPr anchor="t">
            <a:normAutofit/>
          </a:bodyPr>
          <a:lstStyle/>
          <a:p>
            <a:r>
              <a:rPr lang="en-US" sz="4000"/>
              <a:t>Data Cleaning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F5909CB-6CD3-45DF-9920-8D81824854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7244"/>
            <a:ext cx="804195" cy="0"/>
          </a:xfrm>
          <a:prstGeom prst="line">
            <a:avLst/>
          </a:prstGeom>
          <a:ln w="825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D0F6EE-25DC-221F-A3F0-64704CD53D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4918841"/>
              </p:ext>
            </p:extLst>
          </p:nvPr>
        </p:nvGraphicFramePr>
        <p:xfrm>
          <a:off x="5524499" y="1006573"/>
          <a:ext cx="5800913" cy="4807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4562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8689CE0-64D2-447C-9C1F-872D111D8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1185205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2D1A37-7C2A-4258-95A8-919D781C69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D1832E-A2C8-CCB2-4D0E-4B19196C3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646" y="1092848"/>
            <a:ext cx="9958753" cy="68014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cap="all"/>
              <a:t>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1A6E3-B1CB-95C4-160C-52766D1CF7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4962" y="1772992"/>
            <a:ext cx="9268237" cy="8787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2000">
                <a:hlinkClick r:id="rId2"/>
              </a:rPr>
              <a:t>Metabase</a:t>
            </a:r>
            <a:endParaRPr lang="en-US" sz="200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0AA360F-DECB-4836-8FB6-22C4BC3FB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-6626" y="1185999"/>
            <a:ext cx="804195" cy="0"/>
          </a:xfrm>
          <a:prstGeom prst="line">
            <a:avLst/>
          </a:prstGeom>
          <a:ln w="857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Bar chart">
            <a:extLst>
              <a:ext uri="{FF2B5EF4-FFF2-40B4-BE49-F238E27FC236}">
                <a16:creationId xmlns:a16="http://schemas.microsoft.com/office/drawing/2014/main" id="{F18E08B3-3D92-52E7-306B-48D191AE77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1100" y="2846575"/>
            <a:ext cx="3439925" cy="343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147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CAF08-CAFA-36DE-3907-625A3F619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Positives in Project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45CDEDB-A2A5-1658-0DE8-513F475436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2978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96902-3869-7B16-3CED-64CAE0EE3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Fixes for the Future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111325E2-9D40-7D8D-17C9-EB7A1F00260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088136" y="2447778"/>
          <a:ext cx="9922764" cy="38387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9048831"/>
      </p:ext>
    </p:extLst>
  </p:cSld>
  <p:clrMapOvr>
    <a:masterClrMapping/>
  </p:clrMapOvr>
</p:sld>
</file>

<file path=ppt/theme/theme1.xml><?xml version="1.0" encoding="utf-8"?>
<a:theme xmlns:a="http://schemas.openxmlformats.org/drawingml/2006/main" name="BjornVTI">
  <a:themeElements>
    <a:clrScheme name="Bjorn">
      <a:dk1>
        <a:sysClr val="windowText" lastClr="000000"/>
      </a:dk1>
      <a:lt1>
        <a:sysClr val="window" lastClr="FFFFFF"/>
      </a:lt1>
      <a:dk2>
        <a:srgbClr val="252747"/>
      </a:dk2>
      <a:lt2>
        <a:srgbClr val="ECE4E9"/>
      </a:lt2>
      <a:accent1>
        <a:srgbClr val="736EB6"/>
      </a:accent1>
      <a:accent2>
        <a:srgbClr val="AB5991"/>
      </a:accent2>
      <a:accent3>
        <a:srgbClr val="AC9F39"/>
      </a:accent3>
      <a:accent4>
        <a:srgbClr val="756029"/>
      </a:accent4>
      <a:accent5>
        <a:srgbClr val="E87850"/>
      </a:accent5>
      <a:accent6>
        <a:srgbClr val="C6922A"/>
      </a:accent6>
      <a:hlink>
        <a:srgbClr val="736EB6"/>
      </a:hlink>
      <a:folHlink>
        <a:srgbClr val="AB5991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VTI" id="{D01443FD-65CF-4AEF-9B9D-4466C96F9785}" vid="{36EF4262-385E-40E6-B073-FB18FD98BF4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79</Words>
  <Application>Microsoft Macintosh PowerPoint</Application>
  <PresentationFormat>Widescreen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BjornVTI</vt:lpstr>
      <vt:lpstr>Stebick – Scores  An insight to March Madness</vt:lpstr>
      <vt:lpstr>Motivation</vt:lpstr>
      <vt:lpstr>Data</vt:lpstr>
      <vt:lpstr>Data Cleaning</vt:lpstr>
      <vt:lpstr>Visualizations</vt:lpstr>
      <vt:lpstr>Positives in Project</vt:lpstr>
      <vt:lpstr>Fixes for the Future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Stebick, Jonathan T</dc:creator>
  <cp:lastModifiedBy>Stebick, Jonathan T</cp:lastModifiedBy>
  <cp:revision>2</cp:revision>
  <dcterms:created xsi:type="dcterms:W3CDTF">2026-04-27T03:05:21Z</dcterms:created>
  <dcterms:modified xsi:type="dcterms:W3CDTF">2026-04-27T12:10:17Z</dcterms:modified>
</cp:coreProperties>
</file>